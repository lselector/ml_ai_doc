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3" autoAdjust="0"/>
    <p:restoredTop sz="94660"/>
  </p:normalViewPr>
  <p:slideViewPr>
    <p:cSldViewPr snapToGrid="0">
      <p:cViewPr>
        <p:scale>
          <a:sx n="65" d="100"/>
          <a:sy n="65" d="100"/>
        </p:scale>
        <p:origin x="2368" y="1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063FB-72CB-4AA4-BCE5-0A0606FA0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8117C-7759-48DB-BA8F-867D27901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13D5B-F819-4B66-BC76-A9C935FFC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A4EDC-D95E-4640-B9CA-8168E5E08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E962E-F06F-43D0-8D89-C209C9F9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069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F003C-BEB8-4566-BA3F-7FE543036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9E45-9B21-493F-9DC4-48D0AC15B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A8EFD-9816-457F-9209-A490CB61F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80DD0-440E-4203-AF5E-CD99E2C7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B4E9F-C9E2-4390-8E3B-B9367694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55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8F59D-B31D-402E-8DDC-DCF06A634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8E40E-E8BF-40B1-8067-6B121948B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1EC14-A499-42F6-B501-DAC06D43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CC2F5-56E5-4E6B-8862-A600B73A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ED6C7-CDDC-41CE-9103-B66FFAB2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6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3A4F6-46BE-4146-85D4-F8D085DDE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D0F3-5807-4F20-8E7B-D33B409A8C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0EBD1-869C-450D-B956-06FD43C3E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B1CB3-ED0A-47FA-96CD-459D5A736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36137-70A1-4C77-8840-7A9A35C9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FBCAB-B57B-40D3-A59F-162023C8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32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6A705-DCBD-4D96-9C54-F32F12A8E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BED1FE-7CA9-4C75-BA24-8DCADFCC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BDF22-AAE1-4251-BD93-F7F26C8A8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A653B6-97E3-4813-A7AC-A84CA6C2D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D94E0-9E19-4268-A29D-F28C6F3BB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443332-84FA-493F-BE90-0DBD09375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8C1D2E-D4D4-4C82-AD70-191264EDC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35501-557B-435F-8F50-5476B06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7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F610-5CF7-4745-AFB6-A37075E2D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9F08B6-A6CA-4631-A0D0-9A0EFD3A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B5F712-2436-4382-91D0-C3D0F1D7E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DBD79-8363-4C3F-B102-EF182AD9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41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F54C94-1BE8-47FA-B0E2-E78D67944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A2722E-84DA-47DF-ACDC-55EE4F1F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C79F8-3840-4417-8851-1B3882C20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6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00698-3687-444B-A229-1EF66844F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9B28E-4389-4818-8C48-13C43B79B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820AFF-7384-4820-88A1-54165F2F2A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F0DA3-D3D7-4644-8FD3-156CB785B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E848E-3E25-4EDE-976B-A5792131A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B9462-082B-4BD1-A5DF-ADDE3DDE8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921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13E13-5191-4C37-9CB3-355A10D4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0CE652-F2FC-41E9-9EFC-3539B3D86D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239DC-F85E-4EBA-A0F3-B6A8B62CC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B9C47-DE9E-4243-83EE-AE0D0188B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D550B-244B-47A3-B55E-CF06E5C56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070F1-85AD-4E1A-8070-163797E3E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009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1DA8D-E6D8-45A3-B5C5-DF660093A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0C6BB-DEA0-46D5-8EB5-757ACDF0A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6C1C0-AAB7-4C66-806B-010053BB0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5F19C-845E-45C4-A7C5-1157F3FB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44C8F-4B72-402D-98EB-4E7B5DC9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47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126A5D-B754-42CA-81B6-AF8ABF1C2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3170D0-3C23-4D17-BC24-FA502C874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DF1D7-FF09-40B8-A0AE-D403C790A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0A337-26C6-4124-BA52-EE4B1D18553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6E671-4D74-41DF-B5DF-F5C0B222E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E8F7E-F54C-4A03-950F-7EA316041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161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C2634-63DD-4E59-BFBE-E5EE2FE5E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F0CC0-AFD9-4411-9502-F712B3072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086ED-5BA7-454F-B628-E611C02AD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0A337-26C6-4124-BA52-EE4B1D185534}" type="datetimeFigureOut">
              <a:rPr lang="en-US" smtClean="0"/>
              <a:t>7/11/21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8A13C-309A-41DB-9112-BDE5DDE35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60AC6-DF8B-463C-BB7C-F58D72D0C3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5A988-E8B5-4121-9B5B-DA39B1DA54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4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409327-2D2D-4F3A-B69A-4957C701C75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4158" y="341401"/>
            <a:ext cx="1694529" cy="951722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A0515E-F49A-4F1D-A600-8E3FD733809A}"/>
              </a:ext>
            </a:extLst>
          </p:cNvPr>
          <p:cNvSpPr/>
          <p:nvPr/>
        </p:nvSpPr>
        <p:spPr>
          <a:xfrm>
            <a:off x="5279271" y="299386"/>
            <a:ext cx="4092665" cy="499687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D1EB88-E264-46C8-93C6-23FBDC10DB6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8031" y="2706221"/>
            <a:ext cx="1093480" cy="6902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BACD1C-D123-4D9D-9538-7D94793F627E}"/>
              </a:ext>
            </a:extLst>
          </p:cNvPr>
          <p:cNvSpPr txBox="1"/>
          <p:nvPr/>
        </p:nvSpPr>
        <p:spPr>
          <a:xfrm>
            <a:off x="5404158" y="2321536"/>
            <a:ext cx="962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Synapse</a:t>
            </a:r>
          </a:p>
          <a:p>
            <a:pPr algn="ctr"/>
            <a:r>
              <a:rPr lang="en-US" sz="1400" dirty="0"/>
              <a:t>Integrate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0B8647-5CE5-45AF-848E-3225BE289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50" y="2031579"/>
            <a:ext cx="1323810" cy="20857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E7095B2-E4B2-4ABB-8E9D-1199C425E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736" y="1517293"/>
            <a:ext cx="1495238" cy="5142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8199626-CA9C-4F2C-8475-6ADCA4D0767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50897" y="1517003"/>
            <a:ext cx="462776" cy="5083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C6CA048-03C0-4758-9A5F-11404F12E84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83904" y="2516710"/>
            <a:ext cx="712957" cy="87979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C173F5F-42A3-44D1-BD28-80F90C4A45E2}"/>
              </a:ext>
            </a:extLst>
          </p:cNvPr>
          <p:cNvSpPr/>
          <p:nvPr/>
        </p:nvSpPr>
        <p:spPr>
          <a:xfrm>
            <a:off x="5514869" y="4188413"/>
            <a:ext cx="3648269" cy="79911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FD24A58-E605-4A9C-85B0-AE8FF10498F2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48745" y="4393994"/>
            <a:ext cx="728295" cy="29715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6C995F4-F187-476D-93D8-C82BE5A1258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8637" y="4324368"/>
            <a:ext cx="850583" cy="45083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1031CBB-4E10-4FD3-ABD6-9EA0F17029E1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4940" y="4262017"/>
            <a:ext cx="342022" cy="32994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9FFFE1F-B125-4BA5-B2DC-F6B3ACFECAEE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42010" y="4258023"/>
            <a:ext cx="648225" cy="32994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1103CC9-9A9B-45B2-8825-AA1F85F2F582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37018" y="5661217"/>
            <a:ext cx="1275000" cy="102380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BABCBFA-04CB-40B3-A41A-77314DD67DB8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9720" y="5538203"/>
            <a:ext cx="1375784" cy="1091531"/>
          </a:xfrm>
          <a:prstGeom prst="rect">
            <a:avLst/>
          </a:prstGeom>
        </p:spPr>
      </p:pic>
      <p:pic>
        <p:nvPicPr>
          <p:cNvPr id="1026" name="Picture 2" descr="Kubeflow - Wikipedia">
            <a:extLst>
              <a:ext uri="{FF2B5EF4-FFF2-40B4-BE49-F238E27FC236}">
                <a16:creationId xmlns:a16="http://schemas.microsoft.com/office/drawing/2014/main" id="{6E6A759E-C539-4370-A849-88A214E3D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157512" y="5960965"/>
            <a:ext cx="623852" cy="61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Kubernetes">
            <a:extLst>
              <a:ext uri="{FF2B5EF4-FFF2-40B4-BE49-F238E27FC236}">
                <a16:creationId xmlns:a16="http://schemas.microsoft.com/office/drawing/2014/main" id="{5C6C5171-29E2-4435-855D-E86329FF3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23082" y="5588392"/>
            <a:ext cx="1386823" cy="29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6900A46-50FB-42E7-9B4B-3973DE21561D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02200" y="5661217"/>
            <a:ext cx="1119673" cy="968517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28C5782-12E2-4832-ADE1-57A1277EFAC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74577" y="1497431"/>
            <a:ext cx="1914286" cy="2171429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FD904DA-AA5C-4D9A-B1E3-D69321D03A49}"/>
              </a:ext>
            </a:extLst>
          </p:cNvPr>
          <p:cNvCxnSpPr>
            <a:cxnSpLocks/>
          </p:cNvCxnSpPr>
          <p:nvPr/>
        </p:nvCxnSpPr>
        <p:spPr>
          <a:xfrm>
            <a:off x="6408637" y="3031294"/>
            <a:ext cx="21200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96E4E13-D6D0-4E57-B9C4-88184EC697A7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7372195" y="2471354"/>
            <a:ext cx="27890" cy="16561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0C1E8C08-A203-4838-8956-22E47B42DC11}"/>
              </a:ext>
            </a:extLst>
          </p:cNvPr>
          <p:cNvCxnSpPr>
            <a:cxnSpLocks/>
          </p:cNvCxnSpPr>
          <p:nvPr/>
        </p:nvCxnSpPr>
        <p:spPr>
          <a:xfrm flipV="1">
            <a:off x="6377040" y="2264839"/>
            <a:ext cx="368539" cy="4081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3A37A62-1047-4EB2-A0EB-5E812A8F4136}"/>
              </a:ext>
            </a:extLst>
          </p:cNvPr>
          <p:cNvCxnSpPr>
            <a:cxnSpLocks/>
          </p:cNvCxnSpPr>
          <p:nvPr/>
        </p:nvCxnSpPr>
        <p:spPr>
          <a:xfrm>
            <a:off x="8032414" y="2196646"/>
            <a:ext cx="496243" cy="5095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BA254C6-D52F-4689-9681-F33729410EB9}"/>
              </a:ext>
            </a:extLst>
          </p:cNvPr>
          <p:cNvCxnSpPr>
            <a:cxnSpLocks/>
          </p:cNvCxnSpPr>
          <p:nvPr/>
        </p:nvCxnSpPr>
        <p:spPr>
          <a:xfrm flipV="1">
            <a:off x="7564940" y="3247053"/>
            <a:ext cx="963717" cy="84676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9A63571-97DB-49C5-AE52-1B96EBEBE60F}"/>
              </a:ext>
            </a:extLst>
          </p:cNvPr>
          <p:cNvCxnSpPr>
            <a:cxnSpLocks/>
          </p:cNvCxnSpPr>
          <p:nvPr/>
        </p:nvCxnSpPr>
        <p:spPr>
          <a:xfrm>
            <a:off x="6408637" y="3294712"/>
            <a:ext cx="823108" cy="7991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62EC1C7-B79D-8C40-8F40-C42FD1899FA7}"/>
              </a:ext>
            </a:extLst>
          </p:cNvPr>
          <p:cNvSpPr txBox="1"/>
          <p:nvPr/>
        </p:nvSpPr>
        <p:spPr>
          <a:xfrm>
            <a:off x="5453241" y="3247053"/>
            <a:ext cx="862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Data Pipelines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E26FBA-E29F-4A44-9C56-376214ECAFCB}"/>
              </a:ext>
            </a:extLst>
          </p:cNvPr>
          <p:cNvSpPr txBox="1"/>
          <p:nvPr/>
        </p:nvSpPr>
        <p:spPr>
          <a:xfrm>
            <a:off x="6553618" y="1948134"/>
            <a:ext cx="16371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Azure Data Lake Storage Gen2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B2B765-73C5-6E46-B60C-0F4F7BCFC97C}"/>
              </a:ext>
            </a:extLst>
          </p:cNvPr>
          <p:cNvSpPr txBox="1"/>
          <p:nvPr/>
        </p:nvSpPr>
        <p:spPr>
          <a:xfrm>
            <a:off x="7306347" y="4500802"/>
            <a:ext cx="862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Machine Learning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23D47F-962C-A74D-B9DB-D089C351B910}"/>
              </a:ext>
            </a:extLst>
          </p:cNvPr>
          <p:cNvSpPr txBox="1"/>
          <p:nvPr/>
        </p:nvSpPr>
        <p:spPr>
          <a:xfrm>
            <a:off x="8190772" y="4516821"/>
            <a:ext cx="972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Web</a:t>
            </a:r>
            <a:br>
              <a:rPr lang="en-US" sz="1400" dirty="0"/>
            </a:br>
            <a:r>
              <a:rPr lang="en-US" sz="1400" dirty="0"/>
              <a:t>End-Points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626411-04C6-2241-88EF-557EDBFC3099}"/>
              </a:ext>
            </a:extLst>
          </p:cNvPr>
          <p:cNvSpPr txBox="1"/>
          <p:nvPr/>
        </p:nvSpPr>
        <p:spPr>
          <a:xfrm>
            <a:off x="78060" y="0"/>
            <a:ext cx="2513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Azure Synapse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56FC7843-4CFC-AF44-9F3E-659CEBD1E53D}"/>
              </a:ext>
            </a:extLst>
          </p:cNvPr>
          <p:cNvSpPr/>
          <p:nvPr/>
        </p:nvSpPr>
        <p:spPr>
          <a:xfrm>
            <a:off x="9524715" y="2321536"/>
            <a:ext cx="649862" cy="5232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ight Arrow 45">
            <a:extLst>
              <a:ext uri="{FF2B5EF4-FFF2-40B4-BE49-F238E27FC236}">
                <a16:creationId xmlns:a16="http://schemas.microsoft.com/office/drawing/2014/main" id="{8DF26EBB-1B32-B54D-AFA5-C2D4B6864258}"/>
              </a:ext>
            </a:extLst>
          </p:cNvPr>
          <p:cNvSpPr/>
          <p:nvPr/>
        </p:nvSpPr>
        <p:spPr>
          <a:xfrm>
            <a:off x="2467365" y="2694997"/>
            <a:ext cx="2378360" cy="5232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832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16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Mike Agladze</dc:creator>
  <cp:lastModifiedBy>Lev Selector</cp:lastModifiedBy>
  <cp:revision>8</cp:revision>
  <dcterms:created xsi:type="dcterms:W3CDTF">2021-07-07T01:46:02Z</dcterms:created>
  <dcterms:modified xsi:type="dcterms:W3CDTF">2021-07-12T03:16:42Z</dcterms:modified>
</cp:coreProperties>
</file>