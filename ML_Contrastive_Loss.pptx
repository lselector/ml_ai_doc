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8"/>
    <p:restoredTop sz="92200"/>
  </p:normalViewPr>
  <p:slideViewPr>
    <p:cSldViewPr snapToGrid="0" snapToObjects="1">
      <p:cViewPr varScale="1">
        <p:scale>
          <a:sx n="96" d="100"/>
          <a:sy n="96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mbru.github.io/2019/04/03/ranking_loss/" TargetMode="External"/><Relationship Id="rId2" Type="http://schemas.openxmlformats.org/officeDocument/2006/relationships/hyperlink" Target="https://towardsdatascience.com/contrastive-loss-explaned-159f2d4a87ec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5910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Contrastive Loss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D4B69-569A-F246-A34E-1020E0FF5EF7}"/>
              </a:ext>
            </a:extLst>
          </p:cNvPr>
          <p:cNvSpPr txBox="1"/>
          <p:nvPr/>
        </p:nvSpPr>
        <p:spPr>
          <a:xfrm>
            <a:off x="0" y="652025"/>
            <a:ext cx="6435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explanation: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https://towardsdatascience.com/contrastive-loss-explaned-159f2d4a87ec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https://gombru.github.io/2019/04/03/ranking_loss/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FC49E-6CA5-C840-89BB-E1E23AA6DF1C}"/>
              </a:ext>
            </a:extLst>
          </p:cNvPr>
          <p:cNvSpPr txBox="1"/>
          <p:nvPr/>
        </p:nvSpPr>
        <p:spPr>
          <a:xfrm>
            <a:off x="0" y="1904356"/>
            <a:ext cx="55327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Contrastive Loss</a:t>
            </a:r>
            <a:r>
              <a:rPr lang="en-US" dirty="0"/>
              <a:t> is used to train a neural network for distance-based predictions instead of classification-based predictions.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Siamese</a:t>
            </a:r>
            <a:r>
              <a:rPr lang="en-US" dirty="0"/>
              <a:t> ( </a:t>
            </a:r>
            <a:r>
              <a:rPr lang="en-US" b="1" dirty="0">
                <a:solidFill>
                  <a:srgbClr val="FF0000"/>
                </a:solidFill>
              </a:rPr>
              <a:t>Twin</a:t>
            </a:r>
            <a:r>
              <a:rPr lang="en-US" dirty="0"/>
              <a:t> ) neural network is a NN working on two different input vectors to compute output vectors. </a:t>
            </a:r>
          </a:p>
          <a:p>
            <a:endParaRPr lang="en-US" dirty="0"/>
          </a:p>
          <a:p>
            <a:r>
              <a:rPr lang="en-US" dirty="0"/>
              <a:t>The word "</a:t>
            </a:r>
            <a:r>
              <a:rPr lang="en-US" b="1" dirty="0">
                <a:solidFill>
                  <a:srgbClr val="FF0000"/>
                </a:solidFill>
              </a:rPr>
              <a:t>Contrastive</a:t>
            </a:r>
            <a:r>
              <a:rPr lang="en-US" dirty="0"/>
              <a:t>" refers to the fact that the losses are computed increasing contrast/distance between different data points representations.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Contrasting</a:t>
            </a:r>
            <a:r>
              <a:rPr lang="en-US" dirty="0"/>
              <a:t> means a transformation so that similar input samples get closer to each other, and not-similar samples get farther from each other.</a:t>
            </a:r>
          </a:p>
          <a:p>
            <a:endParaRPr lang="en-US" dirty="0"/>
          </a:p>
          <a:p>
            <a:r>
              <a:rPr lang="en-US" dirty="0"/>
              <a:t>The big idea is that you can treat the distances between examples as output probabilities and use cross entropy loss.</a:t>
            </a:r>
          </a:p>
          <a:p>
            <a:endParaRPr lang="en-US" dirty="0"/>
          </a:p>
          <a:p>
            <a:r>
              <a:rPr lang="en-US" dirty="0"/>
              <a:t>Distance between output vectors is calculated as a cosine between these vectors (calculated by taking the dot product of the vectors). Cosine ranges from 1 for identical vectors to -1 for different vectors.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BDD22A-07B2-BC44-B838-A802F19CBB6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368" y="4478469"/>
            <a:ext cx="3492500" cy="2273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E4B7E0-26F2-FF40-AA04-34FEF5FD899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3166" y="0"/>
            <a:ext cx="3988904" cy="4300662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E45CB8FD-CE17-E34B-BF09-ED87AB9BCDEA}"/>
              </a:ext>
            </a:extLst>
          </p:cNvPr>
          <p:cNvSpPr/>
          <p:nvPr/>
        </p:nvSpPr>
        <p:spPr>
          <a:xfrm rot="1185099">
            <a:off x="5534654" y="4453838"/>
            <a:ext cx="1602721" cy="2900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174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280</cp:revision>
  <cp:lastPrinted>2020-09-21T17:22:59Z</cp:lastPrinted>
  <dcterms:modified xsi:type="dcterms:W3CDTF">2020-10-22T02:51:02Z</dcterms:modified>
</cp:coreProperties>
</file>