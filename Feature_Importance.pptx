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5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8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Feature Importance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0" y="523220"/>
            <a:ext cx="48570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techniques to score input features based on how useful they are at predicting a target variable.</a:t>
            </a:r>
          </a:p>
          <a:p>
            <a:endParaRPr lang="en-US" dirty="0"/>
          </a:p>
          <a:p>
            <a:r>
              <a:rPr lang="en-US" dirty="0"/>
              <a:t>statistical correlation scores, coefficients calculated as part of linear models, decision trees, and permutation importance scores.</a:t>
            </a:r>
          </a:p>
          <a:p>
            <a:endParaRPr lang="en-US" dirty="0"/>
          </a:p>
          <a:p>
            <a:r>
              <a:rPr lang="en-US" dirty="0" err="1"/>
              <a:t>vimportanceimportanceimportance</a:t>
            </a:r>
            <a:r>
              <a:rPr lang="en-US" dirty="0"/>
              <a:t> importanceimportanceimportanceimportanceimportanceimportanceimportanceimportanceimportanceimportanceimportanceimportance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41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152</cp:revision>
  <dcterms:created xsi:type="dcterms:W3CDTF">2018-10-10T17:24:46Z</dcterms:created>
  <dcterms:modified xsi:type="dcterms:W3CDTF">2021-03-24T21:50:45Z</dcterms:modified>
</cp:coreProperties>
</file>