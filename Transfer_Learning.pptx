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333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1618C5A-BF4F-44D7-ADB2-C5301EF81F8A}">
  <a:tblStyle styleId="{B1618C5A-BF4F-44D7-ADB2-C5301EF81F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4"/>
    <p:restoredTop sz="92169"/>
  </p:normalViewPr>
  <p:slideViewPr>
    <p:cSldViewPr snapToGrid="0" snapToObjects="1">
      <p:cViewPr varScale="1">
        <p:scale>
          <a:sx n="105" d="100"/>
          <a:sy n="105" d="100"/>
        </p:scale>
        <p:origin x="7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0E6DE3-1C17-F943-92D9-7C1B0941FC90}"/>
              </a:ext>
            </a:extLst>
          </p:cNvPr>
          <p:cNvSpPr txBox="1"/>
          <p:nvPr/>
        </p:nvSpPr>
        <p:spPr>
          <a:xfrm>
            <a:off x="0" y="0"/>
            <a:ext cx="9525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Transfer 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B7499B-C445-714F-8426-C77D0062F97D}"/>
              </a:ext>
            </a:extLst>
          </p:cNvPr>
          <p:cNvSpPr txBox="1"/>
          <p:nvPr/>
        </p:nvSpPr>
        <p:spPr>
          <a:xfrm>
            <a:off x="1" y="584775"/>
            <a:ext cx="50474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Transfer learning is a machine learning method </a:t>
            </a:r>
          </a:p>
          <a:p>
            <a:r>
              <a:rPr lang="en-US" dirty="0"/>
              <a:t>where a model developed for a task </a:t>
            </a:r>
          </a:p>
          <a:p>
            <a:r>
              <a:rPr lang="en-US" dirty="0"/>
              <a:t>is reused as the starting point for a model on a second task.</a:t>
            </a:r>
          </a:p>
        </p:txBody>
      </p:sp>
      <p:pic>
        <p:nvPicPr>
          <p:cNvPr id="1026" name="Picture 2" descr="Transfer Learning | Papers With Code">
            <a:extLst>
              <a:ext uri="{FF2B5EF4-FFF2-40B4-BE49-F238E27FC236}">
                <a16:creationId xmlns:a16="http://schemas.microsoft.com/office/drawing/2014/main" id="{A52CB8CB-2DBB-444F-9FF5-057352FA9B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393192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6865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2863</TotalTime>
  <Words>30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279</cp:revision>
  <cp:lastPrinted>2020-09-21T17:22:59Z</cp:lastPrinted>
  <dcterms:modified xsi:type="dcterms:W3CDTF">2021-04-21T04:32:07Z</dcterms:modified>
</cp:coreProperties>
</file>