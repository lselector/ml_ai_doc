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4640"/>
  </p:normalViewPr>
  <p:slideViewPr>
    <p:cSldViewPr snapToGrid="0" snapToObjects="1">
      <p:cViewPr varScale="1">
        <p:scale>
          <a:sx n="87" d="100"/>
          <a:sy n="87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187897" y="107576"/>
            <a:ext cx="731519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Restricted Boltzmann Machine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two interconnected layers, with restriction that there is no connection inside the layers. </a:t>
            </a:r>
            <a:r>
              <a:rPr lang="en-US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RBM</a:t>
            </a: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learn a probability distribution over its set of inputs.</a:t>
            </a:r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99305" y="921554"/>
            <a:ext cx="2578100" cy="142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0694" y="98638"/>
            <a:ext cx="2100729" cy="1995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64169" y="1894996"/>
            <a:ext cx="2451100" cy="1104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3"/>
          <p:cNvCxnSpPr/>
          <p:nvPr/>
        </p:nvCxnSpPr>
        <p:spPr>
          <a:xfrm>
            <a:off x="7570694" y="107576"/>
            <a:ext cx="0" cy="661595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3"/>
          <p:cNvSpPr txBox="1"/>
          <p:nvPr/>
        </p:nvSpPr>
        <p:spPr>
          <a:xfrm>
            <a:off x="9607922" y="30770"/>
            <a:ext cx="25781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Boltzmann Machine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fully interconnected network with visible and hidden units, and with an energy defined using Boltzmann distribution.</a:t>
            </a:r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8611" y="2629106"/>
            <a:ext cx="1097153" cy="134345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8950960" y="3139440"/>
            <a:ext cx="317156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Ludwig Boltzmann (1844-1906) Austrian physicist, developer of statistical mechanics.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7321" y="3046198"/>
            <a:ext cx="44644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Josiah Willard Gibbs (1839-1903)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(statistical mechanics)</a:t>
            </a:r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85527" y="3484341"/>
            <a:ext cx="2859746" cy="69660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92833" y="4896225"/>
            <a:ext cx="376517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energy-based models with latent variables </a:t>
            </a:r>
            <a:r>
              <a:rPr lang="en-US" sz="1800" b="1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some algorithms are phrased in terms of the negative log - called the </a:t>
            </a:r>
            <a:r>
              <a:rPr lang="en-US" sz="1800" b="1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free energy</a:t>
            </a:r>
            <a:r>
              <a:rPr lang="en-US"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sz="1800" b="1" u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59983" y="5972652"/>
            <a:ext cx="33147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81214" y="2773538"/>
            <a:ext cx="1228846" cy="1421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Macintosh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1</cp:revision>
  <dcterms:modified xsi:type="dcterms:W3CDTF">2020-01-22T13:00:47Z</dcterms:modified>
</cp:coreProperties>
</file>