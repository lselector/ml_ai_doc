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333" r:id="rId2"/>
    <p:sldId id="345" r:id="rId3"/>
    <p:sldId id="342" r:id="rId4"/>
    <p:sldId id="344" r:id="rId5"/>
    <p:sldId id="343" r:id="rId6"/>
    <p:sldId id="34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774"/>
    <p:restoredTop sz="94694"/>
  </p:normalViewPr>
  <p:slideViewPr>
    <p:cSldViewPr snapToGrid="0" snapToObjects="1">
      <p:cViewPr varScale="1">
        <p:scale>
          <a:sx n="110" d="100"/>
          <a:sy n="110" d="100"/>
        </p:scale>
        <p:origin x="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EA3A607E-9BAA-4D42-B242-2EDFF7355A12}"/>
    <pc:docChg chg="undo custSel addSld modSld">
      <pc:chgData name="Lev Selector" userId="314cf8c1-d356-4160-b242-72dee3bb7a46" providerId="ADAL" clId="{EA3A607E-9BAA-4D42-B242-2EDFF7355A12}" dt="2019-08-28T15:00:13.501" v="485" actId="1076"/>
      <pc:docMkLst>
        <pc:docMk/>
      </pc:docMkLst>
      <pc:sldChg chg="addSp modSp">
        <pc:chgData name="Lev Selector" userId="314cf8c1-d356-4160-b242-72dee3bb7a46" providerId="ADAL" clId="{EA3A607E-9BAA-4D42-B242-2EDFF7355A12}" dt="2019-08-28T14:54:26.163" v="189" actId="1076"/>
        <pc:sldMkLst>
          <pc:docMk/>
          <pc:sldMk cId="158420829" sldId="342"/>
        </pc:sldMkLst>
        <pc:spChg chg="mod">
          <ac:chgData name="Lev Selector" userId="314cf8c1-d356-4160-b242-72dee3bb7a46" providerId="ADAL" clId="{EA3A607E-9BAA-4D42-B242-2EDFF7355A12}" dt="2019-08-28T14:49:25.018" v="59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EA3A607E-9BAA-4D42-B242-2EDFF7355A12}" dt="2019-08-28T14:47:44.364" v="9" actId="20577"/>
          <ac:spMkLst>
            <pc:docMk/>
            <pc:sldMk cId="158420829" sldId="342"/>
            <ac:spMk id="7" creationId="{765B8119-CB34-004A-8BAF-2F2E2895F4D1}"/>
          </ac:spMkLst>
        </pc:spChg>
        <pc:spChg chg="add mod">
          <ac:chgData name="Lev Selector" userId="314cf8c1-d356-4160-b242-72dee3bb7a46" providerId="ADAL" clId="{EA3A607E-9BAA-4D42-B242-2EDFF7355A12}" dt="2019-08-28T14:54:26.163" v="189" actId="1076"/>
          <ac:spMkLst>
            <pc:docMk/>
            <pc:sldMk cId="158420829" sldId="342"/>
            <ac:spMk id="8" creationId="{2B1BDB6E-ED89-9444-9CFB-7D7AF5C8172F}"/>
          </ac:spMkLst>
        </pc:spChg>
        <pc:spChg chg="mod">
          <ac:chgData name="Lev Selector" userId="314cf8c1-d356-4160-b242-72dee3bb7a46" providerId="ADAL" clId="{EA3A607E-9BAA-4D42-B242-2EDFF7355A12}" dt="2019-08-28T14:47:49.493" v="10"/>
          <ac:spMkLst>
            <pc:docMk/>
            <pc:sldMk cId="158420829" sldId="342"/>
            <ac:spMk id="88" creationId="{00000000-0000-0000-0000-000000000000}"/>
          </ac:spMkLst>
        </pc:spChg>
      </pc:sldChg>
      <pc:sldChg chg="addSp delSp modSp add">
        <pc:chgData name="Lev Selector" userId="314cf8c1-d356-4160-b242-72dee3bb7a46" providerId="ADAL" clId="{EA3A607E-9BAA-4D42-B242-2EDFF7355A12}" dt="2019-08-28T15:00:13.501" v="485" actId="1076"/>
        <pc:sldMkLst>
          <pc:docMk/>
          <pc:sldMk cId="1412137750" sldId="344"/>
        </pc:sldMkLst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2" creationId="{E42724D3-65D2-3148-94CF-AB6088EBD232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6" creationId="{0776A3DB-E3D6-044A-B6B6-0333CC961AFA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7" creationId="{765B8119-CB34-004A-8BAF-2F2E2895F4D1}"/>
          </ac:spMkLst>
        </pc:spChg>
        <pc:spChg chg="mod">
          <ac:chgData name="Lev Selector" userId="314cf8c1-d356-4160-b242-72dee3bb7a46" providerId="ADAL" clId="{EA3A607E-9BAA-4D42-B242-2EDFF7355A12}" dt="2019-08-28T14:57:42.001" v="290" actId="1076"/>
          <ac:spMkLst>
            <pc:docMk/>
            <pc:sldMk cId="1412137750" sldId="344"/>
            <ac:spMk id="8" creationId="{2B1BDB6E-ED89-9444-9CFB-7D7AF5C8172F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9" creationId="{B3791FC3-D4F8-E141-BD30-A5F94E4033F1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0" creationId="{8653F629-9DD7-284F-844D-5A2CC90F28A4}"/>
          </ac:spMkLst>
        </pc:spChg>
        <pc:spChg chg="add del mod">
          <ac:chgData name="Lev Selector" userId="314cf8c1-d356-4160-b242-72dee3bb7a46" providerId="ADAL" clId="{EA3A607E-9BAA-4D42-B242-2EDFF7355A12}" dt="2019-08-28T14:59:06.959" v="361" actId="478"/>
          <ac:spMkLst>
            <pc:docMk/>
            <pc:sldMk cId="1412137750" sldId="344"/>
            <ac:spMk id="11" creationId="{6E2926DA-2101-9E47-896D-FC34A088D8EF}"/>
          </ac:spMkLst>
        </pc:spChg>
        <pc:spChg chg="add mod">
          <ac:chgData name="Lev Selector" userId="314cf8c1-d356-4160-b242-72dee3bb7a46" providerId="ADAL" clId="{EA3A607E-9BAA-4D42-B242-2EDFF7355A12}" dt="2019-08-28T14:58:16.444" v="299" actId="1076"/>
          <ac:spMkLst>
            <pc:docMk/>
            <pc:sldMk cId="1412137750" sldId="344"/>
            <ac:spMk id="12" creationId="{911526FC-858C-B54A-89E0-E40F21479EFA}"/>
          </ac:spMkLst>
        </pc:spChg>
        <pc:spChg chg="add mod">
          <ac:chgData name="Lev Selector" userId="314cf8c1-d356-4160-b242-72dee3bb7a46" providerId="ADAL" clId="{EA3A607E-9BAA-4D42-B242-2EDFF7355A12}" dt="2019-08-28T15:00:13.501" v="485" actId="1076"/>
          <ac:spMkLst>
            <pc:docMk/>
            <pc:sldMk cId="1412137750" sldId="344"/>
            <ac:spMk id="13" creationId="{00CE273A-9856-814F-80A0-A0D131AA03C8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4" creationId="{A149A53B-AD44-1146-A0BF-25CBD0891323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5" creationId="{59D7864E-7694-BE41-B9E2-1C2072B9236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6" creationId="{BA8A22E7-CE5B-5149-BAAD-39D8F998DA52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7" creationId="{52F989B3-1485-DF47-8F7F-B65BB253102E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8" creationId="{3CC41F34-8AD5-614F-B9EB-85473D4224B0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19" creationId="{A105818D-2008-6446-B948-E8C6431A5106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0" creationId="{87B28BBC-3FA1-5F49-B7C2-DB82913EF5A1}"/>
          </ac:spMkLst>
        </pc:spChg>
        <pc:spChg chg="add mod">
          <ac:chgData name="Lev Selector" userId="314cf8c1-d356-4160-b242-72dee3bb7a46" providerId="ADAL" clId="{EA3A607E-9BAA-4D42-B242-2EDFF7355A12}" dt="2019-08-28T15:00:06.519" v="484" actId="1037"/>
          <ac:spMkLst>
            <pc:docMk/>
            <pc:sldMk cId="1412137750" sldId="344"/>
            <ac:spMk id="21" creationId="{E2F1F3CB-9BFF-5A44-B563-BB42E87740F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4" creationId="{C9742544-CEAA-4348-A257-59BEB9178120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5" creationId="{3AED96AA-BD50-2E4A-8E21-2CD10158FDE6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6" creationId="{B39D23F0-4101-A741-87ED-3025DBC4E4EB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7" creationId="{EE8CE904-A43C-2345-B985-50FDBB1F69D9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8" creationId="{1A5EC886-4915-804F-AC1F-0C618F51355E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29" creationId="{4F4C5C82-5D46-E04A-BBA2-E48909405D2F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0" creationId="{A367FE6D-5B64-E64C-B215-D840F474D937}"/>
          </ac:spMkLst>
        </pc:spChg>
        <pc:spChg chg="add mod">
          <ac:chgData name="Lev Selector" userId="314cf8c1-d356-4160-b242-72dee3bb7a46" providerId="ADAL" clId="{EA3A607E-9BAA-4D42-B242-2EDFF7355A12}" dt="2019-08-28T14:59:51.150" v="428" actId="1036"/>
          <ac:spMkLst>
            <pc:docMk/>
            <pc:sldMk cId="1412137750" sldId="344"/>
            <ac:spMk id="31" creationId="{FA239941-BAAA-3347-B135-513A133283D8}"/>
          </ac:spMkLst>
        </pc:spChg>
        <pc:spChg chg="del">
          <ac:chgData name="Lev Selector" userId="314cf8c1-d356-4160-b242-72dee3bb7a46" providerId="ADAL" clId="{EA3A607E-9BAA-4D42-B242-2EDFF7355A12}" dt="2019-08-28T14:55:01.189" v="191" actId="478"/>
          <ac:spMkLst>
            <pc:docMk/>
            <pc:sldMk cId="1412137750" sldId="344"/>
            <ac:spMk id="88" creationId="{00000000-0000-0000-0000-000000000000}"/>
          </ac:spMkLst>
        </pc:spChg>
        <pc:picChg chg="mod">
          <ac:chgData name="Lev Selector" userId="314cf8c1-d356-4160-b242-72dee3bb7a46" providerId="ADAL" clId="{EA3A607E-9BAA-4D42-B242-2EDFF7355A12}" dt="2019-08-28T14:57:00.490" v="280" actId="1076"/>
          <ac:picMkLst>
            <pc:docMk/>
            <pc:sldMk cId="1412137750" sldId="344"/>
            <ac:picMk id="3" creationId="{4D8283FA-2D57-6143-BD4D-5E14DD32FD69}"/>
          </ac:picMkLst>
        </pc:picChg>
        <pc:picChg chg="del">
          <ac:chgData name="Lev Selector" userId="314cf8c1-d356-4160-b242-72dee3bb7a46" providerId="ADAL" clId="{EA3A607E-9BAA-4D42-B242-2EDFF7355A12}" dt="2019-08-28T14:55:13.638" v="193" actId="478"/>
          <ac:picMkLst>
            <pc:docMk/>
            <pc:sldMk cId="1412137750" sldId="344"/>
            <ac:picMk id="5" creationId="{FB4BAF2C-0C1A-F448-A098-8A465864D8DA}"/>
          </ac:picMkLst>
        </pc:picChg>
        <pc:cxnChg chg="add mod">
          <ac:chgData name="Lev Selector" userId="314cf8c1-d356-4160-b242-72dee3bb7a46" providerId="ADAL" clId="{EA3A607E-9BAA-4D42-B242-2EDFF7355A12}" dt="2019-08-28T15:00:06.519" v="484" actId="1037"/>
          <ac:cxnSpMkLst>
            <pc:docMk/>
            <pc:sldMk cId="1412137750" sldId="344"/>
            <ac:cxnSpMk id="22" creationId="{2428DF91-7CB5-7C4F-85CC-17D1E068A46B}"/>
          </ac:cxnSpMkLst>
        </pc:cxnChg>
        <pc:cxnChg chg="add mod">
          <ac:chgData name="Lev Selector" userId="314cf8c1-d356-4160-b242-72dee3bb7a46" providerId="ADAL" clId="{EA3A607E-9BAA-4D42-B242-2EDFF7355A12}" dt="2019-08-28T14:59:51.150" v="428" actId="1036"/>
          <ac:cxnSpMkLst>
            <pc:docMk/>
            <pc:sldMk cId="1412137750" sldId="344"/>
            <ac:cxnSpMk id="32" creationId="{926986F4-F96E-084F-B056-2609B20D1DBB}"/>
          </ac:cxnSpMkLst>
        </pc:cxnChg>
      </pc:sldChg>
    </pc:docChg>
  </pc:docChgLst>
  <pc:docChgLst>
    <pc:chgData name="Lev Selector" userId="314cf8c1-d356-4160-b242-72dee3bb7a46" providerId="ADAL" clId="{F498C7FB-71D7-394B-BAD4-584E0E7D04A7}"/>
    <pc:docChg chg="undo custSel modSld">
      <pc:chgData name="Lev Selector" userId="314cf8c1-d356-4160-b242-72dee3bb7a46" providerId="ADAL" clId="{F498C7FB-71D7-394B-BAD4-584E0E7D04A7}" dt="2019-08-28T16:50:30.373" v="451" actId="1076"/>
      <pc:docMkLst>
        <pc:docMk/>
      </pc:docMkLst>
      <pc:sldChg chg="modSp">
        <pc:chgData name="Lev Selector" userId="314cf8c1-d356-4160-b242-72dee3bb7a46" providerId="ADAL" clId="{F498C7FB-71D7-394B-BAD4-584E0E7D04A7}" dt="2019-08-28T16:44:04.482" v="387" actId="1076"/>
        <pc:sldMkLst>
          <pc:docMk/>
          <pc:sldMk cId="158420829" sldId="342"/>
        </pc:sldMkLst>
        <pc:spChg chg="mod">
          <ac:chgData name="Lev Selector" userId="314cf8c1-d356-4160-b242-72dee3bb7a46" providerId="ADAL" clId="{F498C7FB-71D7-394B-BAD4-584E0E7D04A7}" dt="2019-08-28T16:44:04.482" v="387" actId="1076"/>
          <ac:spMkLst>
            <pc:docMk/>
            <pc:sldMk cId="158420829" sldId="342"/>
            <ac:spMk id="6" creationId="{0776A3DB-E3D6-044A-B6B6-0333CC961AFA}"/>
          </ac:spMkLst>
        </pc:spChg>
        <pc:spChg chg="mod">
          <ac:chgData name="Lev Selector" userId="314cf8c1-d356-4160-b242-72dee3bb7a46" providerId="ADAL" clId="{F498C7FB-71D7-394B-BAD4-584E0E7D04A7}" dt="2019-08-28T16:43:59.490" v="386" actId="1076"/>
          <ac:spMkLst>
            <pc:docMk/>
            <pc:sldMk cId="158420829" sldId="342"/>
            <ac:spMk id="7" creationId="{765B8119-CB34-004A-8BAF-2F2E2895F4D1}"/>
          </ac:spMkLst>
        </pc:spChg>
      </pc:sldChg>
      <pc:sldChg chg="modSp">
        <pc:chgData name="Lev Selector" userId="314cf8c1-d356-4160-b242-72dee3bb7a46" providerId="ADAL" clId="{F498C7FB-71D7-394B-BAD4-584E0E7D04A7}" dt="2019-08-28T16:43:38.524" v="385" actId="6549"/>
        <pc:sldMkLst>
          <pc:docMk/>
          <pc:sldMk cId="310438735" sldId="343"/>
        </pc:sldMkLst>
        <pc:spChg chg="mod">
          <ac:chgData name="Lev Selector" userId="314cf8c1-d356-4160-b242-72dee3bb7a46" providerId="ADAL" clId="{F498C7FB-71D7-394B-BAD4-584E0E7D04A7}" dt="2019-08-28T16:43:38.524" v="385" actId="6549"/>
          <ac:spMkLst>
            <pc:docMk/>
            <pc:sldMk cId="310438735" sldId="343"/>
            <ac:spMk id="7" creationId="{765B8119-CB34-004A-8BAF-2F2E2895F4D1}"/>
          </ac:spMkLst>
        </pc:spChg>
      </pc:sldChg>
      <pc:sldChg chg="addSp delSp modSp">
        <pc:chgData name="Lev Selector" userId="314cf8c1-d356-4160-b242-72dee3bb7a46" providerId="ADAL" clId="{F498C7FB-71D7-394B-BAD4-584E0E7D04A7}" dt="2019-08-28T16:50:30.373" v="451" actId="1076"/>
        <pc:sldMkLst>
          <pc:docMk/>
          <pc:sldMk cId="1412137750" sldId="344"/>
        </pc:sldMkLst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6" creationId="{9BEA9CC4-2A34-5A49-839C-B3E39045925D}"/>
          </ac:spMkLst>
        </pc:spChg>
        <pc:spChg chg="mod">
          <ac:chgData name="Lev Selector" userId="314cf8c1-d356-4160-b242-72dee3bb7a46" providerId="ADAL" clId="{F498C7FB-71D7-394B-BAD4-584E0E7D04A7}" dt="2019-08-28T16:12:40.508" v="48" actId="1076"/>
          <ac:spMkLst>
            <pc:docMk/>
            <pc:sldMk cId="1412137750" sldId="344"/>
            <ac:spMk id="8" creationId="{2B1BDB6E-ED89-9444-9CFB-7D7AF5C8172F}"/>
          </ac:spMkLst>
        </pc:spChg>
        <pc:spChg chg="mod">
          <ac:chgData name="Lev Selector" userId="314cf8c1-d356-4160-b242-72dee3bb7a46" providerId="ADAL" clId="{F498C7FB-71D7-394B-BAD4-584E0E7D04A7}" dt="2019-08-28T16:45:03.217" v="397" actId="14100"/>
          <ac:spMkLst>
            <pc:docMk/>
            <pc:sldMk cId="1412137750" sldId="344"/>
            <ac:spMk id="12" creationId="{911526FC-858C-B54A-89E0-E40F21479EFA}"/>
          </ac:spMkLst>
        </pc:spChg>
        <pc:spChg chg="mod">
          <ac:chgData name="Lev Selector" userId="314cf8c1-d356-4160-b242-72dee3bb7a46" providerId="ADAL" clId="{F498C7FB-71D7-394B-BAD4-584E0E7D04A7}" dt="2019-08-28T16:50:13.618" v="421" actId="20577"/>
          <ac:spMkLst>
            <pc:docMk/>
            <pc:sldMk cId="1412137750" sldId="344"/>
            <ac:spMk id="13" creationId="{00CE273A-9856-814F-80A0-A0D131AA03C8}"/>
          </ac:spMkLst>
        </pc:spChg>
        <pc:spChg chg="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14" creationId="{A149A53B-AD44-1146-A0BF-25CBD0891323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5" creationId="{59D7864E-7694-BE41-B9E2-1C2072B92366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6" creationId="{BA8A22E7-CE5B-5149-BAAD-39D8F998DA52}"/>
          </ac:spMkLst>
        </pc:spChg>
        <pc:spChg chg="del">
          <ac:chgData name="Lev Selector" userId="314cf8c1-d356-4160-b242-72dee3bb7a46" providerId="ADAL" clId="{F498C7FB-71D7-394B-BAD4-584E0E7D04A7}" dt="2019-08-28T16:10:47.418" v="1" actId="478"/>
          <ac:spMkLst>
            <pc:docMk/>
            <pc:sldMk cId="1412137750" sldId="344"/>
            <ac:spMk id="17" creationId="{52F989B3-1485-DF47-8F7F-B65BB253102E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8" creationId="{3CC41F34-8AD5-614F-B9EB-85473D4224B0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19" creationId="{A105818D-2008-6446-B948-E8C6431A5106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0" creationId="{87B28BBC-3FA1-5F49-B7C2-DB82913EF5A1}"/>
          </ac:spMkLst>
        </pc:spChg>
        <pc:spChg chg="del">
          <ac:chgData name="Lev Selector" userId="314cf8c1-d356-4160-b242-72dee3bb7a46" providerId="ADAL" clId="{F498C7FB-71D7-394B-BAD4-584E0E7D04A7}" dt="2019-08-28T16:12:06.393" v="11" actId="478"/>
          <ac:spMkLst>
            <pc:docMk/>
            <pc:sldMk cId="1412137750" sldId="344"/>
            <ac:spMk id="21" creationId="{E2F1F3CB-9BFF-5A44-B563-BB42E87740F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4" creationId="{C9742544-CEAA-4348-A257-59BEB9178120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5" creationId="{3AED96AA-BD50-2E4A-8E21-2CD10158FDE6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6" creationId="{B39D23F0-4101-A741-87ED-3025DBC4E4EB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7" creationId="{EE8CE904-A43C-2345-B985-50FDBB1F69D9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8" creationId="{1A5EC886-4915-804F-AC1F-0C618F51355E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29" creationId="{4F4C5C82-5D46-E04A-BBA2-E48909405D2F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0" creationId="{A367FE6D-5B64-E64C-B215-D840F474D937}"/>
          </ac:spMkLst>
        </pc:spChg>
        <pc:spChg chg="del">
          <ac:chgData name="Lev Selector" userId="314cf8c1-d356-4160-b242-72dee3bb7a46" providerId="ADAL" clId="{F498C7FB-71D7-394B-BAD4-584E0E7D04A7}" dt="2019-08-28T16:12:08.905" v="12" actId="478"/>
          <ac:spMkLst>
            <pc:docMk/>
            <pc:sldMk cId="1412137750" sldId="344"/>
            <ac:spMk id="31" creationId="{FA239941-BAAA-3347-B135-513A133283D8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3" creationId="{A5A08C01-7A38-A049-9823-C82C2EB96902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4" creationId="{EB59FCFC-7742-B24F-B8B1-93C31745DA30}"/>
          </ac:spMkLst>
        </pc:spChg>
        <pc:spChg chg="add mod">
          <ac:chgData name="Lev Selector" userId="314cf8c1-d356-4160-b242-72dee3bb7a46" providerId="ADAL" clId="{F498C7FB-71D7-394B-BAD4-584E0E7D04A7}" dt="2019-08-28T16:12:30.582" v="46" actId="1038"/>
          <ac:spMkLst>
            <pc:docMk/>
            <pc:sldMk cId="1412137750" sldId="344"/>
            <ac:spMk id="35" creationId="{04AA9930-BC63-374C-BDA9-AACA1FEC9CFA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6" creationId="{803EF5E0-2203-954C-BBED-81EC8A345B35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7" creationId="{3664F5C4-0E0A-F646-968F-0A3AE9A158DF}"/>
          </ac:spMkLst>
        </pc:spChg>
        <pc:spChg chg="add del mod">
          <ac:chgData name="Lev Selector" userId="314cf8c1-d356-4160-b242-72dee3bb7a46" providerId="ADAL" clId="{F498C7FB-71D7-394B-BAD4-584E0E7D04A7}" dt="2019-08-28T16:14:02.355" v="206" actId="207"/>
          <ac:spMkLst>
            <pc:docMk/>
            <pc:sldMk cId="1412137750" sldId="344"/>
            <ac:spMk id="38" creationId="{CB60F128-11A4-E94B-AA68-260714EE26C3}"/>
          </ac:spMkLst>
        </pc:spChg>
        <pc:spChg chg="add mod">
          <ac:chgData name="Lev Selector" userId="314cf8c1-d356-4160-b242-72dee3bb7a46" providerId="ADAL" clId="{F498C7FB-71D7-394B-BAD4-584E0E7D04A7}" dt="2019-08-28T16:12:02.862" v="10" actId="1076"/>
          <ac:spMkLst>
            <pc:docMk/>
            <pc:sldMk cId="1412137750" sldId="344"/>
            <ac:spMk id="39" creationId="{3264F9F0-9B3D-A04D-BFBB-135207AF1EC7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0" creationId="{1B516205-78F7-CC44-BA01-E2D40FF6321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2" creationId="{67915EE0-B9A4-9E43-BC51-B9F763510F2C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3" creationId="{B3077243-4022-6A45-A43A-6703C1B7C220}"/>
          </ac:spMkLst>
        </pc:spChg>
        <pc:spChg chg="add mod">
          <ac:chgData name="Lev Selector" userId="314cf8c1-d356-4160-b242-72dee3bb7a46" providerId="ADAL" clId="{F498C7FB-71D7-394B-BAD4-584E0E7D04A7}" dt="2019-08-28T16:14:32.714" v="207" actId="207"/>
          <ac:spMkLst>
            <pc:docMk/>
            <pc:sldMk cId="1412137750" sldId="344"/>
            <ac:spMk id="44" creationId="{A8BF1D14-9BC5-D64E-BD66-C5891F3A6F5F}"/>
          </ac:spMkLst>
        </pc:spChg>
        <pc:spChg chg="add mod">
          <ac:chgData name="Lev Selector" userId="314cf8c1-d356-4160-b242-72dee3bb7a46" providerId="ADAL" clId="{F498C7FB-71D7-394B-BAD4-584E0E7D04A7}" dt="2019-08-28T16:12:55.482" v="107" actId="1036"/>
          <ac:spMkLst>
            <pc:docMk/>
            <pc:sldMk cId="1412137750" sldId="344"/>
            <ac:spMk id="45" creationId="{37E9A8BB-544B-EA4E-BE4C-242E32E8970B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6" creationId="{CAB3D40E-9C84-8548-8CA4-B956B80F99C7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7" creationId="{7EEC0E68-D6C9-D349-BA65-5BC090CE0FDE}"/>
          </ac:spMkLst>
        </pc:spChg>
        <pc:spChg chg="add mod">
          <ac:chgData name="Lev Selector" userId="314cf8c1-d356-4160-b242-72dee3bb7a46" providerId="ADAL" clId="{F498C7FB-71D7-394B-BAD4-584E0E7D04A7}" dt="2019-08-28T16:15:40.927" v="208" actId="207"/>
          <ac:spMkLst>
            <pc:docMk/>
            <pc:sldMk cId="1412137750" sldId="344"/>
            <ac:spMk id="48" creationId="{E4FF259A-3C7A-1D49-BD43-BF4B707EBCBE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49" creationId="{158E0873-B085-C849-8D7B-B426ACB395F7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1" creationId="{DB8514BA-6284-2E45-8AB6-2CCAD94E079D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2" creationId="{C97CA396-BE2A-834C-ABA5-36A8CEF46151}"/>
          </ac:spMkLst>
        </pc:spChg>
        <pc:spChg chg="add mod">
          <ac:chgData name="Lev Selector" userId="314cf8c1-d356-4160-b242-72dee3bb7a46" providerId="ADAL" clId="{F498C7FB-71D7-394B-BAD4-584E0E7D04A7}" dt="2019-08-28T16:16:22.215" v="210" actId="207"/>
          <ac:spMkLst>
            <pc:docMk/>
            <pc:sldMk cId="1412137750" sldId="344"/>
            <ac:spMk id="53" creationId="{375565C6-7939-054A-A0E3-FB44858927E5}"/>
          </ac:spMkLst>
        </pc:spChg>
        <pc:spChg chg="add mod">
          <ac:chgData name="Lev Selector" userId="314cf8c1-d356-4160-b242-72dee3bb7a46" providerId="ADAL" clId="{F498C7FB-71D7-394B-BAD4-584E0E7D04A7}" dt="2019-08-28T16:13:18.231" v="201" actId="1035"/>
          <ac:spMkLst>
            <pc:docMk/>
            <pc:sldMk cId="1412137750" sldId="344"/>
            <ac:spMk id="54" creationId="{8E68F321-7945-1F42-B2E9-884B9859871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5" creationId="{8D68E3CF-2745-8441-8A12-8B5B00C392A2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6" creationId="{4386F94C-9DFA-AF44-BAEF-2DBDA547CB18}"/>
          </ac:spMkLst>
        </pc:spChg>
        <pc:spChg chg="add mod">
          <ac:chgData name="Lev Selector" userId="314cf8c1-d356-4160-b242-72dee3bb7a46" providerId="ADAL" clId="{F498C7FB-71D7-394B-BAD4-584E0E7D04A7}" dt="2019-08-28T16:16:06.296" v="209" actId="207"/>
          <ac:spMkLst>
            <pc:docMk/>
            <pc:sldMk cId="1412137750" sldId="344"/>
            <ac:spMk id="57" creationId="{24567E88-9B35-A947-9CA2-8485DA9E8996}"/>
          </ac:spMkLst>
        </pc:spChg>
        <pc:spChg chg="add mod">
          <ac:chgData name="Lev Selector" userId="314cf8c1-d356-4160-b242-72dee3bb7a46" providerId="ADAL" clId="{F498C7FB-71D7-394B-BAD4-584E0E7D04A7}" dt="2019-08-28T16:50:26.550" v="450" actId="1036"/>
          <ac:spMkLst>
            <pc:docMk/>
            <pc:sldMk cId="1412137750" sldId="344"/>
            <ac:spMk id="58" creationId="{78F8E667-8B30-6C42-936C-323FB68A2869}"/>
          </ac:spMkLst>
        </pc:sp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2" creationId="{B4DC31EE-51D9-284B-A6D4-A39218EA598D}"/>
          </ac:picMkLst>
        </pc:picChg>
        <pc:picChg chg="add del mod">
          <ac:chgData name="Lev Selector" userId="314cf8c1-d356-4160-b242-72dee3bb7a46" providerId="ADAL" clId="{F498C7FB-71D7-394B-BAD4-584E0E7D04A7}" dt="2019-08-28T16:20:36.764" v="220" actId="478"/>
          <ac:picMkLst>
            <pc:docMk/>
            <pc:sldMk cId="1412137750" sldId="344"/>
            <ac:picMk id="4" creationId="{5E05F7D2-876F-6749-842B-EB33A5673EDF}"/>
          </ac:picMkLst>
        </pc:picChg>
        <pc:picChg chg="add mod">
          <ac:chgData name="Lev Selector" userId="314cf8c1-d356-4160-b242-72dee3bb7a46" providerId="ADAL" clId="{F498C7FB-71D7-394B-BAD4-584E0E7D04A7}" dt="2019-08-28T16:50:26.550" v="450" actId="1036"/>
          <ac:picMkLst>
            <pc:docMk/>
            <pc:sldMk cId="1412137750" sldId="344"/>
            <ac:picMk id="5" creationId="{B968C331-C9F4-444C-B693-8DC0DAB85D60}"/>
          </ac:picMkLst>
        </pc:picChg>
        <pc:picChg chg="add mod">
          <ac:chgData name="Lev Selector" userId="314cf8c1-d356-4160-b242-72dee3bb7a46" providerId="ADAL" clId="{F498C7FB-71D7-394B-BAD4-584E0E7D04A7}" dt="2019-08-28T16:50:30.373" v="451" actId="1076"/>
          <ac:picMkLst>
            <pc:docMk/>
            <pc:sldMk cId="1412137750" sldId="344"/>
            <ac:picMk id="7" creationId="{266FCCA6-C9C0-FC49-9598-EC5E4B220A7B}"/>
          </ac:picMkLst>
        </pc:picChg>
        <pc:cxnChg chg="mod">
          <ac:chgData name="Lev Selector" userId="314cf8c1-d356-4160-b242-72dee3bb7a46" providerId="ADAL" clId="{F498C7FB-71D7-394B-BAD4-584E0E7D04A7}" dt="2019-08-28T16:12:34.572" v="47" actId="1076"/>
          <ac:cxnSpMkLst>
            <pc:docMk/>
            <pc:sldMk cId="1412137750" sldId="344"/>
            <ac:cxnSpMk id="22" creationId="{2428DF91-7CB5-7C4F-85CC-17D1E068A46B}"/>
          </ac:cxnSpMkLst>
        </pc:cxnChg>
        <pc:cxnChg chg="del">
          <ac:chgData name="Lev Selector" userId="314cf8c1-d356-4160-b242-72dee3bb7a46" providerId="ADAL" clId="{F498C7FB-71D7-394B-BAD4-584E0E7D04A7}" dt="2019-08-28T16:12:08.905" v="12" actId="478"/>
          <ac:cxnSpMkLst>
            <pc:docMk/>
            <pc:sldMk cId="1412137750" sldId="344"/>
            <ac:cxnSpMk id="32" creationId="{926986F4-F96E-084F-B056-2609B20D1DBB}"/>
          </ac:cxnSpMkLst>
        </pc:cxnChg>
        <pc:cxnChg chg="add mod">
          <ac:chgData name="Lev Selector" userId="314cf8c1-d356-4160-b242-72dee3bb7a46" providerId="ADAL" clId="{F498C7FB-71D7-394B-BAD4-584E0E7D04A7}" dt="2019-08-28T16:12:55.482" v="107" actId="1036"/>
          <ac:cxnSpMkLst>
            <pc:docMk/>
            <pc:sldMk cId="1412137750" sldId="344"/>
            <ac:cxnSpMk id="41" creationId="{7216AC2F-0177-4F4F-A248-AD59D1AAA510}"/>
          </ac:cxnSpMkLst>
        </pc:cxnChg>
        <pc:cxnChg chg="add mod">
          <ac:chgData name="Lev Selector" userId="314cf8c1-d356-4160-b242-72dee3bb7a46" providerId="ADAL" clId="{F498C7FB-71D7-394B-BAD4-584E0E7D04A7}" dt="2019-08-28T16:13:18.231" v="201" actId="1035"/>
          <ac:cxnSpMkLst>
            <pc:docMk/>
            <pc:sldMk cId="1412137750" sldId="344"/>
            <ac:cxnSpMk id="50" creationId="{9E49F533-0A29-9744-BFFA-EF2A046C30B8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1B679-F1BC-D040-817F-A2F595AB9D9A}" type="datetimeFigureOut">
              <a:rPr lang="en-US" smtClean="0"/>
              <a:t>1/3/21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79EBF7-6510-4C45-92B4-47AE75AAAA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4233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514106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74241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96994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070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97B09-8032-6549-92C4-626D15083B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7FC42D-C824-714B-9710-2B275FD4B0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6259-81F7-B44E-86FC-FB35400F2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F8C1B-B408-C041-93FB-EA3212E19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9A347-EB09-AE44-8F8B-A9E45AE3B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1974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AC5A-CF47-6B4A-8FC1-A028E770D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6363F-739C-2044-BF8F-D46A61E747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DE0421-E749-EF4A-867B-51A85A40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D4EAA-560B-A748-BDE4-A66B45B35A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1D073-2B48-9B4F-B13F-6D7FB14B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472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E85DE-0159-6A43-92BD-F8467AAD5D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C0C5C-E576-754E-AC79-A92B68FC6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FEDD4C-E63B-AD4D-801B-5830A0015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11E2C-7CE2-234C-A97D-6E1893A6A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4E6C5-9D01-8145-AA09-AFE4D1F03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315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51F95-7E3C-DF4F-8EA1-BB8533989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C5F965-27B9-314E-8631-B3229E4AE6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A964BD-4E29-7749-BF19-0A07F4D23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4F6481-1FE5-3B4F-8E2F-6447FE05D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C029F2-331A-C344-A9CC-9E1EDD39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D0F67-B73E-BE42-81B4-3B9C9AE55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98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5EB2F-9211-EA45-84E2-DC6FBFA53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5970C-A1D7-A741-8A01-F26501520A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18B142-71CD-C94D-80D3-A4FC491C4F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47EE6A-4021-3F4E-80B5-70F42B7D26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463352E-DA4A-EC41-82E2-E58964A37A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497D701-541E-DE46-95C4-1AE9672F1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F98CF2-DB24-E04D-B536-7D6F116FF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7EB4096-A3E7-A040-ABC5-5145F04A1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866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EF4D4-EF23-2240-8B36-0F0FDCBE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4A51B-016C-2047-B4AC-5B3D3B69E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AB8FF4-2C9B-9345-871B-87850AB95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B7DE9A-BFB3-5F4F-B898-FBB09F625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521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04D0FC0-4FA6-DB44-827E-763C99A82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3B51E3-9743-D949-87E5-EBCC47915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FA1BD8-EB90-4247-9E7F-5D781564C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9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8C52-B439-684B-9D0D-8FBF6EF0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E900A-6170-2C4A-ACB6-5C4214869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14E485-E29A-1F44-9349-1F1938F33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CC439B-F711-824D-8259-C4C373662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259BA-598A-F645-8894-DD6EE0C06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CF557A-9B35-EF49-B6C6-FB063A7A5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676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C25C8-5768-C840-BF2A-89E6CED57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7219BE-3F20-8B41-857D-2B6FE97655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A41691-E81C-F54D-9B43-1469697C40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7334AA-7AA3-CD4F-9DE7-A10DA05813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763A6B-FEBD-D24D-B747-2E242F67F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41678A-8110-9043-A9A0-FBA0821B4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481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10D81-AA47-CA46-AD78-F4FC3928E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764B66-A6CE-8F49-B031-DF7BB5E3AB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43ED9-2714-9846-80E8-97F5DB050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74D06-87D5-4046-8C82-060E5AC15C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964453-BEE4-CD45-92C6-92F09D4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193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163EF8-0AAE-8245-A82C-FA9DBD6381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F2B7E0-594B-574C-9F9C-5C4183F39F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DEEA2-9012-C444-A200-3282F0DA9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AA130-81A4-7C46-A3FE-4EF7CF90C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FEDBC2-0584-AF46-8F39-0ED257324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265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AECF5F-E43B-0F41-B2E6-29F4DC21A4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D2F256-920B-A74E-801E-C515B8B726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BA7BDC-ABCE-1246-A660-A1996C2D5A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DC6890-0266-1140-AA82-3B7AF23274A1}" type="datetimeFigureOut">
              <a:rPr lang="en-US" smtClean="0"/>
              <a:t>1/3/21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E24CD-DD7E-7842-81D1-1157DD04E9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BF235-BD91-4543-B660-F9AF258D1B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70BFB7-0F39-EC43-B098-533FC4E619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538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tif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eshare.net/KristenHunter/civitas-learning-understanding-roc-curves" TargetMode="External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post/How_do_I_calculate_the_false_alarm_rate_for_face_detection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tiff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lG4VkPoG3ko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4170" y="0"/>
            <a:ext cx="7308080" cy="6763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ROC Curve &amp; Precision-Recall Curve</a:t>
            </a:r>
            <a:endParaRPr sz="2800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Receiver Operating Characteristic (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ROC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curves for a binary classifier: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True Positive Rate (TPR)</a:t>
            </a:r>
            <a:r>
              <a:rPr lang="en-US" sz="1600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  vs   </a:t>
            </a:r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False Positive Rate (FPR)</a:t>
            </a:r>
          </a:p>
          <a:p>
            <a:pPr lvl="0"/>
            <a:r>
              <a:rPr lang="en-US" sz="1600" b="1" dirty="0">
                <a:solidFill>
                  <a:srgbClr val="0070C0"/>
                </a:solidFill>
                <a:latin typeface="Calibri"/>
                <a:cs typeface="Calibri"/>
                <a:sym typeface="Calibri"/>
              </a:rPr>
              <a:t>                           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at various threshold settings.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ROC curve was first developed by radar engineers during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World War II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for detecting enemy objects.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TPR  = REC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 or Sensitivity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=  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TP/P  =  TP / (TP + FN) 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 planes classified as planes / all planes' events)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FPR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False Positive Rate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fall-out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=  FP / N  =  FP / (FP + 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                    ( noise classified as planes / all noise events 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PRE =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TP/(TP+FP)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</a:t>
            </a:r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( planes classified as planes / all events classified as planes)</a:t>
            </a:r>
          </a:p>
          <a:p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   TNR = SPC = </a:t>
            </a:r>
            <a:r>
              <a:rPr lang="en-US" sz="1600" b="1" dirty="0">
                <a:solidFill>
                  <a:srgbClr val="0070C0"/>
                </a:solidFill>
                <a:ea typeface="Calibri"/>
                <a:cs typeface="Calibri"/>
                <a:sym typeface="Calibri"/>
              </a:rPr>
              <a:t>Specificity</a:t>
            </a:r>
            <a:r>
              <a:rPr lang="en-US" sz="1600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 = TN/N  =  TN/(FP+TN)</a:t>
            </a:r>
          </a:p>
          <a:p>
            <a:pPr lvl="0"/>
            <a:r>
              <a:rPr lang="en-US" sz="1600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                    (True Negative Rate)</a:t>
            </a:r>
          </a:p>
          <a:p>
            <a:pPr lvl="0"/>
            <a:r>
              <a:rPr lang="en-US" dirty="0">
                <a:solidFill>
                  <a:srgbClr val="00B050"/>
                </a:solidFill>
                <a:ea typeface="Calibri"/>
                <a:cs typeface="Calibri"/>
                <a:sym typeface="Calibri"/>
              </a:rPr>
              <a:t>-</a:t>
            </a:r>
            <a:r>
              <a:rPr lang="en-US" dirty="0">
                <a:solidFill>
                  <a:schemeClr val="dk1"/>
                </a:solidFill>
                <a:ea typeface="Calibri"/>
                <a:cs typeface="Calibri"/>
                <a:sym typeface="Calibri"/>
              </a:rPr>
              <a:t>-------------------------------------------------------------------------------</a:t>
            </a:r>
            <a:endParaRPr lang="en-US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accent2"/>
                </a:solidFill>
              </a:rPr>
              <a:t>AUC = Area Under the Curve</a:t>
            </a:r>
            <a:endParaRPr sz="2800" b="1" dirty="0">
              <a:solidFill>
                <a:schemeClr val="accent2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Simply the area under the ROC curve (from 0 to 1)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--------------------------------------------------------------------------------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accent2"/>
                </a:solidFill>
                <a:latin typeface="Calibri"/>
                <a:cs typeface="Calibri"/>
                <a:sym typeface="Calibri"/>
              </a:rPr>
              <a:t>F1 Score</a:t>
            </a:r>
            <a:endParaRPr lang="en-US" sz="2800" dirty="0">
              <a:solidFill>
                <a:schemeClr val="accent2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F1 score is a single number evaluation metric:</a:t>
            </a:r>
            <a:endParaRPr sz="16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F1 score = 2 * PRE * REC / (PRE + REC)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the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F1 score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the harmonic average of the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precision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6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recall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814D7FC-09D8-824B-89D7-7C2020963B52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58637" y="3799620"/>
            <a:ext cx="2979905" cy="285077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B6C81F0-62C3-8E45-95A5-23522F707AD7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64524" y="228600"/>
            <a:ext cx="5327475" cy="26894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71AF10-28D8-9F40-AE11-3D955B9498E7}"/>
              </a:ext>
            </a:extLst>
          </p:cNvPr>
          <p:cNvSpPr txBox="1"/>
          <p:nvPr/>
        </p:nvSpPr>
        <p:spPr>
          <a:xfrm>
            <a:off x="7879976" y="1089212"/>
            <a:ext cx="10892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ROC</a:t>
            </a:r>
          </a:p>
          <a:p>
            <a:r>
              <a:rPr lang="en-US" dirty="0"/>
              <a:t>Curve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274A43-2460-0F4C-AA71-4A5D0492FF28}"/>
              </a:ext>
            </a:extLst>
          </p:cNvPr>
          <p:cNvSpPr txBox="1"/>
          <p:nvPr/>
        </p:nvSpPr>
        <p:spPr>
          <a:xfrm>
            <a:off x="10170458" y="1089212"/>
            <a:ext cx="13916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Precision-Recall </a:t>
            </a:r>
          </a:p>
          <a:p>
            <a:r>
              <a:rPr lang="en-US" dirty="0"/>
              <a:t>Curve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820A35-4F3A-ED4B-8ED0-679A3476A85F}"/>
              </a:ext>
            </a:extLst>
          </p:cNvPr>
          <p:cNvSpPr txBox="1"/>
          <p:nvPr/>
        </p:nvSpPr>
        <p:spPr>
          <a:xfrm>
            <a:off x="7142433" y="5392399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High Precision, Low Recall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A59F50-3303-0144-850E-C3279D99EDDC}"/>
              </a:ext>
            </a:extLst>
          </p:cNvPr>
          <p:cNvSpPr txBox="1"/>
          <p:nvPr/>
        </p:nvSpPr>
        <p:spPr>
          <a:xfrm>
            <a:off x="7142432" y="6046980"/>
            <a:ext cx="1858617" cy="2769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Precision, High Recall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0AE65013-4176-C04A-BA97-C4EAF273D276}"/>
              </a:ext>
            </a:extLst>
          </p:cNvPr>
          <p:cNvSpPr/>
          <p:nvPr/>
        </p:nvSpPr>
        <p:spPr>
          <a:xfrm rot="993956">
            <a:off x="8993856" y="5517216"/>
            <a:ext cx="426419" cy="16214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9693566B-D3CC-5345-A1E8-D2DA13F9E162}"/>
              </a:ext>
            </a:extLst>
          </p:cNvPr>
          <p:cNvSpPr/>
          <p:nvPr/>
        </p:nvSpPr>
        <p:spPr>
          <a:xfrm rot="20039750">
            <a:off x="9013870" y="6006532"/>
            <a:ext cx="423508" cy="169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CC71B03-58EB-5D4E-9708-43A754421C93}"/>
              </a:ext>
            </a:extLst>
          </p:cNvPr>
          <p:cNvCxnSpPr/>
          <p:nvPr/>
        </p:nvCxnSpPr>
        <p:spPr>
          <a:xfrm>
            <a:off x="7036902" y="4442791"/>
            <a:ext cx="0" cy="23310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824489-5BB9-F74D-8592-EA7D0BAD26C8}"/>
              </a:ext>
            </a:extLst>
          </p:cNvPr>
          <p:cNvSpPr txBox="1"/>
          <p:nvPr/>
        </p:nvSpPr>
        <p:spPr>
          <a:xfrm>
            <a:off x="8613861" y="468282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Low Threshold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DD589D-266C-6547-AFFF-F661F1CA7BE7}"/>
              </a:ext>
            </a:extLst>
          </p:cNvPr>
          <p:cNvSpPr txBox="1"/>
          <p:nvPr/>
        </p:nvSpPr>
        <p:spPr>
          <a:xfrm>
            <a:off x="7303850" y="2266446"/>
            <a:ext cx="9144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High Threshold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C32A34-CA46-D74D-AA45-2D38056245CF}"/>
              </a:ext>
            </a:extLst>
          </p:cNvPr>
          <p:cNvSpPr txBox="1"/>
          <p:nvPr/>
        </p:nvSpPr>
        <p:spPr>
          <a:xfrm rot="18665804">
            <a:off x="6655239" y="429809"/>
            <a:ext cx="673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Recall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D49857-F54A-7B4F-97B4-553B518E0CC0}"/>
              </a:ext>
            </a:extLst>
          </p:cNvPr>
          <p:cNvSpPr txBox="1"/>
          <p:nvPr/>
        </p:nvSpPr>
        <p:spPr>
          <a:xfrm rot="18665804">
            <a:off x="8975833" y="2613420"/>
            <a:ext cx="4624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70C0"/>
                </a:solidFill>
              </a:rPr>
              <a:t>FPR</a:t>
            </a:r>
          </a:p>
        </p:txBody>
      </p:sp>
    </p:spTree>
    <p:extLst>
      <p:ext uri="{BB962C8B-B14F-4D97-AF65-F5344CB8AC3E}">
        <p14:creationId xmlns:p14="http://schemas.microsoft.com/office/powerpoint/2010/main" val="71707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1DFB59F-2A01-BD45-9D8B-032D25A1063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253" y="1462241"/>
            <a:ext cx="3137920" cy="32775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E33A25-AE9C-3946-9822-BE3A29FAF000}"/>
              </a:ext>
            </a:extLst>
          </p:cNvPr>
          <p:cNvSpPr txBox="1"/>
          <p:nvPr/>
        </p:nvSpPr>
        <p:spPr>
          <a:xfrm>
            <a:off x="0" y="4739759"/>
            <a:ext cx="468216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From:</a:t>
            </a:r>
          </a:p>
          <a:p>
            <a:r>
              <a:rPr lang="en-US" sz="1000" dirty="0">
                <a:hlinkClick r:id="rId3"/>
              </a:rPr>
              <a:t>https://www.slideshare.net/KristenHunter/civitas-learning-understanding-roc-curves</a:t>
            </a:r>
            <a:r>
              <a:rPr lang="en-US" sz="1000" dirty="0"/>
              <a:t>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AE7613-7489-4F4B-B544-170A155E3FEE}"/>
              </a:ext>
            </a:extLst>
          </p:cNvPr>
          <p:cNvSpPr txBox="1"/>
          <p:nvPr/>
        </p:nvSpPr>
        <p:spPr>
          <a:xfrm>
            <a:off x="5078781" y="892367"/>
            <a:ext cx="7050794" cy="5093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For measuring the performance of retrieval systems, several measures are used that depends on the following four major parameters:</a:t>
            </a:r>
          </a:p>
          <a:p>
            <a:endParaRPr lang="en-US" sz="1100" dirty="0"/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Positive  (TP): True  is identified True 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True Negative  (TN): False is identified False (correct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Positive (FP): True  is identified False (wrong identification)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Negative (FN): False is identified True  (wrong identification)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P = TP + FN (number of correct identification cases)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 = FP + TN (number of wrong identification case) 25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Sensitivity or True Positive Rate (TPR)       : TPR = (TP / P) = TP / (TP + FN)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Specificity (SPC) or True Negative Rate (TNR) : SPC = (TN / N) = TN / (FP + TN)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Precision or Positive Predictive Value (PPV)  : PPV = TP / (TP + FP)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Negative Predictive Value (NPV)               : NPV = TN / (TN + FN)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Fall-Out or False Positive Rate (FPR)         : FPR = (FP / N) = FP / (FP + TN) = 1 – SPC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False Discovery Rate (FDR)                    : FDR = FP / (FP + TP) = 1 – PPV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Miss Rate or False Negative Rate (FNR)        : FNR = FN / (FN + TP)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Accuracy (ACC)                                : ACC = (TP+TN) / (P+N)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F1 Score                                      : F1  = 2*TP/(2*TP+FP+FN)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Mathews Correlation Coefficient (MCC):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MCC=(TP*TN-FP*FN)/sqrt((TP+FP)*(TP+FN)*(TN+FP) *(TN+FN))</a:t>
            </a:r>
          </a:p>
          <a:p>
            <a:endParaRPr lang="en-US" sz="11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Informedness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Sensitivity + Specificity -1</a:t>
            </a:r>
          </a:p>
          <a:p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Markedness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= Precision + NPV -1</a:t>
            </a:r>
          </a:p>
          <a:p>
            <a:endParaRPr lang="en-US" sz="1100" dirty="0"/>
          </a:p>
          <a:p>
            <a:r>
              <a:rPr lang="en-US" sz="1200" dirty="0"/>
              <a:t>From</a:t>
            </a:r>
            <a:r>
              <a:rPr lang="en-US" sz="1100" dirty="0"/>
              <a:t>:</a:t>
            </a:r>
          </a:p>
          <a:p>
            <a:r>
              <a:rPr lang="en-US" sz="1000" dirty="0">
                <a:hlinkClick r:id="rId4"/>
              </a:rPr>
              <a:t>https://www.researchgate.net/post/How_do_I_calculate_the_false_alarm_rate_for_face_detection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620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4564879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Confusion Matrix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76A3DB-E3D6-044A-B6B6-0333CC961AFA}"/>
              </a:ext>
            </a:extLst>
          </p:cNvPr>
          <p:cNvSpPr txBox="1"/>
          <p:nvPr/>
        </p:nvSpPr>
        <p:spPr>
          <a:xfrm>
            <a:off x="1011814" y="2442227"/>
            <a:ext cx="598130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sklearn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metrics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expected = target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predicted =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model.predict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(data)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confusion = </a:t>
            </a:r>
            <a:r>
              <a:rPr lang="en-US" sz="1400" b="1" dirty="0" err="1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metrics.confusion_matrix</a:t>
            </a:r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(expected, predicted)</a:t>
            </a:r>
          </a:p>
          <a:p>
            <a:endParaRPr lang="en-US" sz="1400" b="1" dirty="0">
              <a:solidFill>
                <a:srgbClr val="00B0F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[[194156   4864]</a:t>
            </a:r>
          </a:p>
          <a:p>
            <a:r>
              <a:rPr lang="en-US" sz="1400" b="1" dirty="0">
                <a:solidFill>
                  <a:srgbClr val="00B0F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[    23    321]]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249168" y="919405"/>
            <a:ext cx="82289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For a simple binary classifier we are predicting one of two possibilities (Yes/No, Positive/Negative, Plane/No-Plane, Normal/Abnormal, etc.).</a:t>
            </a:r>
          </a:p>
          <a:p>
            <a:endParaRPr lang="en-US" sz="2000" dirty="0"/>
          </a:p>
          <a:p>
            <a:r>
              <a:rPr lang="en-US" sz="2000" dirty="0"/>
              <a:t>So we construct a 2x2 matrix to visualize True &amp; False Positives and Negatives.</a:t>
            </a:r>
          </a:p>
        </p:txBody>
      </p:sp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149086" y="5012870"/>
            <a:ext cx="5558597" cy="1807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= sum(Diagonal) / sum(ALL)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= TP / (TP+FP)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b="1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= TP / (TP+FN) =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All_Actual_Positives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84208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3787" y="-1637"/>
            <a:ext cx="3248213" cy="2817727"/>
          </a:xfrm>
          <a:prstGeom prst="rect">
            <a:avLst/>
          </a:prstGeom>
        </p:spPr>
      </p:pic>
      <p:sp>
        <p:nvSpPr>
          <p:cNvPr id="8" name="Google Shape;88;p13">
            <a:extLst>
              <a:ext uri="{FF2B5EF4-FFF2-40B4-BE49-F238E27FC236}">
                <a16:creationId xmlns:a16="http://schemas.microsoft.com/office/drawing/2014/main" id="{2B1BDB6E-ED89-9444-9CFB-7D7AF5C8172F}"/>
              </a:ext>
            </a:extLst>
          </p:cNvPr>
          <p:cNvSpPr txBox="1"/>
          <p:nvPr/>
        </p:nvSpPr>
        <p:spPr>
          <a:xfrm>
            <a:off x="247177" y="159708"/>
            <a:ext cx="4155858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Accuracy = sum(Diagonal) / sum(ALL)</a:t>
            </a:r>
          </a:p>
        </p:txBody>
      </p:sp>
      <p:sp>
        <p:nvSpPr>
          <p:cNvPr id="12" name="Google Shape;88;p13">
            <a:extLst>
              <a:ext uri="{FF2B5EF4-FFF2-40B4-BE49-F238E27FC236}">
                <a16:creationId xmlns:a16="http://schemas.microsoft.com/office/drawing/2014/main" id="{911526FC-858C-B54A-89E0-E40F21479EFA}"/>
              </a:ext>
            </a:extLst>
          </p:cNvPr>
          <p:cNvSpPr txBox="1"/>
          <p:nvPr/>
        </p:nvSpPr>
        <p:spPr>
          <a:xfrm>
            <a:off x="226270" y="4572230"/>
            <a:ext cx="4979394" cy="429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Recall = TP / (TP+FN) = TP / </a:t>
            </a:r>
            <a:r>
              <a:rPr lang="en-US" sz="2000" b="1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Actual_Positives</a:t>
            </a:r>
            <a:endParaRPr sz="20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88;p13">
            <a:extLst>
              <a:ext uri="{FF2B5EF4-FFF2-40B4-BE49-F238E27FC236}">
                <a16:creationId xmlns:a16="http://schemas.microsoft.com/office/drawing/2014/main" id="{00CE273A-9856-814F-80A0-A0D131AA03C8}"/>
              </a:ext>
            </a:extLst>
          </p:cNvPr>
          <p:cNvSpPr txBox="1"/>
          <p:nvPr/>
        </p:nvSpPr>
        <p:spPr>
          <a:xfrm>
            <a:off x="247176" y="2422320"/>
            <a:ext cx="5712465" cy="5053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Precision = TP / (TP+FP</a:t>
            </a:r>
            <a:r>
              <a:rPr lang="en-US" sz="2000" b="1" dirty="0">
                <a:solidFill>
                  <a:schemeClr val="dk1"/>
                </a:solidFill>
                <a:cs typeface="Calibri"/>
                <a:sym typeface="Calibri"/>
              </a:rPr>
              <a:t>) = TP / </a:t>
            </a:r>
            <a:r>
              <a:rPr lang="en-US" sz="2000" b="1" dirty="0" err="1">
                <a:solidFill>
                  <a:schemeClr val="dk1"/>
                </a:solidFill>
                <a:cs typeface="Calibri"/>
                <a:sym typeface="Calibri"/>
              </a:rPr>
              <a:t>Predicted_Positives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149A53B-AD44-1146-A0BF-25CBD0891323}"/>
              </a:ext>
            </a:extLst>
          </p:cNvPr>
          <p:cNvSpPr/>
          <p:nvPr/>
        </p:nvSpPr>
        <p:spPr>
          <a:xfrm>
            <a:off x="3703606" y="850584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428DF91-7CB5-7C4F-85CC-17D1E068A46B}"/>
              </a:ext>
            </a:extLst>
          </p:cNvPr>
          <p:cNvCxnSpPr>
            <a:cxnSpLocks/>
          </p:cNvCxnSpPr>
          <p:nvPr/>
        </p:nvCxnSpPr>
        <p:spPr>
          <a:xfrm flipH="1">
            <a:off x="2916861" y="685800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A5A08C01-7A38-A049-9823-C82C2EB96902}"/>
              </a:ext>
            </a:extLst>
          </p:cNvPr>
          <p:cNvSpPr/>
          <p:nvPr/>
        </p:nvSpPr>
        <p:spPr>
          <a:xfrm>
            <a:off x="3703606" y="1200971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B59FCFC-7742-B24F-B8B1-93C31745DA30}"/>
              </a:ext>
            </a:extLst>
          </p:cNvPr>
          <p:cNvSpPr/>
          <p:nvPr/>
        </p:nvSpPr>
        <p:spPr>
          <a:xfrm>
            <a:off x="4050703" y="85356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4AA9930-BC63-374C-BDA9-AACA1FEC9CFA}"/>
              </a:ext>
            </a:extLst>
          </p:cNvPr>
          <p:cNvSpPr/>
          <p:nvPr/>
        </p:nvSpPr>
        <p:spPr>
          <a:xfrm>
            <a:off x="4050703" y="1203955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3EF5E0-2203-954C-BBED-81EC8A345B35}"/>
              </a:ext>
            </a:extLst>
          </p:cNvPr>
          <p:cNvSpPr/>
          <p:nvPr/>
        </p:nvSpPr>
        <p:spPr>
          <a:xfrm>
            <a:off x="2118122" y="85821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664F5C4-0E0A-F646-968F-0A3AE9A158DF}"/>
              </a:ext>
            </a:extLst>
          </p:cNvPr>
          <p:cNvSpPr/>
          <p:nvPr/>
        </p:nvSpPr>
        <p:spPr>
          <a:xfrm>
            <a:off x="2118122" y="120860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60F128-11A4-E94B-AA68-260714EE26C3}"/>
              </a:ext>
            </a:extLst>
          </p:cNvPr>
          <p:cNvSpPr/>
          <p:nvPr/>
        </p:nvSpPr>
        <p:spPr>
          <a:xfrm>
            <a:off x="2465219" y="86120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64F9F0-9B3D-A04D-BFBB-135207AF1EC7}"/>
              </a:ext>
            </a:extLst>
          </p:cNvPr>
          <p:cNvSpPr/>
          <p:nvPr/>
        </p:nvSpPr>
        <p:spPr>
          <a:xfrm>
            <a:off x="2465219" y="1211588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B516205-78F7-CC44-BA01-E2D40FF6321F}"/>
              </a:ext>
            </a:extLst>
          </p:cNvPr>
          <p:cNvSpPr/>
          <p:nvPr/>
        </p:nvSpPr>
        <p:spPr>
          <a:xfrm>
            <a:off x="3703607" y="3120540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216AC2F-0177-4F4F-A248-AD59D1AAA510}"/>
              </a:ext>
            </a:extLst>
          </p:cNvPr>
          <p:cNvCxnSpPr>
            <a:cxnSpLocks/>
          </p:cNvCxnSpPr>
          <p:nvPr/>
        </p:nvCxnSpPr>
        <p:spPr>
          <a:xfrm flipH="1">
            <a:off x="2916862" y="2955756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67915EE0-B9A4-9E43-BC51-B9F763510F2C}"/>
              </a:ext>
            </a:extLst>
          </p:cNvPr>
          <p:cNvSpPr/>
          <p:nvPr/>
        </p:nvSpPr>
        <p:spPr>
          <a:xfrm>
            <a:off x="3703607" y="3470927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3077243-4022-6A45-A43A-6703C1B7C220}"/>
              </a:ext>
            </a:extLst>
          </p:cNvPr>
          <p:cNvSpPr/>
          <p:nvPr/>
        </p:nvSpPr>
        <p:spPr>
          <a:xfrm>
            <a:off x="4050704" y="312352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F1D14-9BC5-D64E-BD66-C5891F3A6F5F}"/>
              </a:ext>
            </a:extLst>
          </p:cNvPr>
          <p:cNvSpPr/>
          <p:nvPr/>
        </p:nvSpPr>
        <p:spPr>
          <a:xfrm>
            <a:off x="4050704" y="3473911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E9A8BB-544B-EA4E-BE4C-242E32E8970B}"/>
              </a:ext>
            </a:extLst>
          </p:cNvPr>
          <p:cNvSpPr/>
          <p:nvPr/>
        </p:nvSpPr>
        <p:spPr>
          <a:xfrm>
            <a:off x="2118123" y="312817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AB3D40E-9C84-8548-8CA4-B956B80F99C7}"/>
              </a:ext>
            </a:extLst>
          </p:cNvPr>
          <p:cNvSpPr/>
          <p:nvPr/>
        </p:nvSpPr>
        <p:spPr>
          <a:xfrm>
            <a:off x="2118123" y="347856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EEC0E68-D6C9-D349-BA65-5BC090CE0FDE}"/>
              </a:ext>
            </a:extLst>
          </p:cNvPr>
          <p:cNvSpPr/>
          <p:nvPr/>
        </p:nvSpPr>
        <p:spPr>
          <a:xfrm>
            <a:off x="2465220" y="3131157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4FF259A-3C7A-1D49-BD43-BF4B707EBCBE}"/>
              </a:ext>
            </a:extLst>
          </p:cNvPr>
          <p:cNvSpPr/>
          <p:nvPr/>
        </p:nvSpPr>
        <p:spPr>
          <a:xfrm>
            <a:off x="2465220" y="3481544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8E0873-B085-C849-8D7B-B426ACB395F7}"/>
              </a:ext>
            </a:extLst>
          </p:cNvPr>
          <p:cNvSpPr/>
          <p:nvPr/>
        </p:nvSpPr>
        <p:spPr>
          <a:xfrm>
            <a:off x="3711629" y="5334349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9E49F533-0A29-9744-BFFA-EF2A046C30B8}"/>
              </a:ext>
            </a:extLst>
          </p:cNvPr>
          <p:cNvCxnSpPr>
            <a:cxnSpLocks/>
          </p:cNvCxnSpPr>
          <p:nvPr/>
        </p:nvCxnSpPr>
        <p:spPr>
          <a:xfrm flipH="1">
            <a:off x="2924884" y="5169565"/>
            <a:ext cx="662706" cy="941746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DB8514BA-6284-2E45-8AB6-2CCAD94E079D}"/>
              </a:ext>
            </a:extLst>
          </p:cNvPr>
          <p:cNvSpPr/>
          <p:nvPr/>
        </p:nvSpPr>
        <p:spPr>
          <a:xfrm>
            <a:off x="3711629" y="568473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97CA396-BE2A-834C-ABA5-36A8CEF46151}"/>
              </a:ext>
            </a:extLst>
          </p:cNvPr>
          <p:cNvSpPr/>
          <p:nvPr/>
        </p:nvSpPr>
        <p:spPr>
          <a:xfrm>
            <a:off x="4058726" y="5337333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5565C6-7939-054A-A0E3-FB44858927E5}"/>
              </a:ext>
            </a:extLst>
          </p:cNvPr>
          <p:cNvSpPr/>
          <p:nvPr/>
        </p:nvSpPr>
        <p:spPr>
          <a:xfrm>
            <a:off x="4058726" y="5687720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68F321-7945-1F42-B2E9-884B98598712}"/>
              </a:ext>
            </a:extLst>
          </p:cNvPr>
          <p:cNvSpPr/>
          <p:nvPr/>
        </p:nvSpPr>
        <p:spPr>
          <a:xfrm>
            <a:off x="2126145" y="5341982"/>
            <a:ext cx="294022" cy="2940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D68E3CF-2745-8441-8A12-8B5B00C392A2}"/>
              </a:ext>
            </a:extLst>
          </p:cNvPr>
          <p:cNvSpPr/>
          <p:nvPr/>
        </p:nvSpPr>
        <p:spPr>
          <a:xfrm>
            <a:off x="2126145" y="5692369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386F94C-9DFA-AF44-BAEF-2DBDA547CB18}"/>
              </a:ext>
            </a:extLst>
          </p:cNvPr>
          <p:cNvSpPr/>
          <p:nvPr/>
        </p:nvSpPr>
        <p:spPr>
          <a:xfrm>
            <a:off x="2473242" y="5344966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4567E88-9B35-A947-9CA2-8485DA9E8996}"/>
              </a:ext>
            </a:extLst>
          </p:cNvPr>
          <p:cNvSpPr/>
          <p:nvPr/>
        </p:nvSpPr>
        <p:spPr>
          <a:xfrm>
            <a:off x="2473242" y="5695353"/>
            <a:ext cx="294022" cy="29402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4DC31EE-51D9-284B-A6D4-A39218EA598D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2355415"/>
            <a:ext cx="2418531" cy="1049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68C331-C9F4-444C-B693-8DC0DAB85D60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21706" y="4721776"/>
            <a:ext cx="1301750" cy="15621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EA9CC4-2A34-5A49-839C-B3E39045925D}"/>
              </a:ext>
            </a:extLst>
          </p:cNvPr>
          <p:cNvSpPr txBox="1"/>
          <p:nvPr/>
        </p:nvSpPr>
        <p:spPr>
          <a:xfrm>
            <a:off x="7484897" y="5545528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Nuclear Bomb </a:t>
            </a:r>
          </a:p>
          <a:p>
            <a:r>
              <a:rPr lang="en-US" dirty="0"/>
              <a:t>  - low precision (many FP)</a:t>
            </a:r>
          </a:p>
          <a:p>
            <a:r>
              <a:rPr lang="en-US" dirty="0"/>
              <a:t>  - high recall (get everything)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8F8E667-8B30-6C42-936C-323FB68A2869}"/>
              </a:ext>
            </a:extLst>
          </p:cNvPr>
          <p:cNvSpPr txBox="1"/>
          <p:nvPr/>
        </p:nvSpPr>
        <p:spPr>
          <a:xfrm>
            <a:off x="7484896" y="3149083"/>
            <a:ext cx="36495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Sniper</a:t>
            </a:r>
          </a:p>
          <a:p>
            <a:r>
              <a:rPr lang="en-US" dirty="0"/>
              <a:t>  - high precision (zero FP)</a:t>
            </a:r>
          </a:p>
          <a:p>
            <a:r>
              <a:rPr lang="en-US" dirty="0"/>
              <a:t>  - low recall (can't get everything)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6FCCA6-C9C0-FC49-9598-EC5E4B220A7B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15299" y="527906"/>
            <a:ext cx="1346129" cy="1346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1377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249168" y="238705"/>
            <a:ext cx="7139604" cy="59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Why good ROC curve is above diagonal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8283FA-2D57-6143-BD4D-5E14DD32F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27140" y="0"/>
            <a:ext cx="3248213" cy="28177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4BAF2C-0C1A-F448-A098-8A465864D8D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05600" y="3012140"/>
            <a:ext cx="5486400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5B8119-CB34-004A-8BAF-2F2E2895F4D1}"/>
              </a:ext>
            </a:extLst>
          </p:cNvPr>
          <p:cNvSpPr txBox="1"/>
          <p:nvPr/>
        </p:nvSpPr>
        <p:spPr>
          <a:xfrm>
            <a:off x="738459" y="5413016"/>
            <a:ext cx="641295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ROC curve axes:</a:t>
            </a:r>
          </a:p>
          <a:p>
            <a:r>
              <a:rPr lang="en-US" sz="2000" dirty="0"/>
              <a:t>   vertical      – True Positives  / All Actual Positives</a:t>
            </a:r>
          </a:p>
          <a:p>
            <a:r>
              <a:rPr lang="en-US" sz="2000" dirty="0"/>
              <a:t>   horizontal – False Positives / All Actual Negatives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009B122-E45E-DD45-B6AE-9B4303E6D3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58993" y="1767574"/>
            <a:ext cx="3289300" cy="3378200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88B5384-7E58-794C-911E-C5BECF2C3B67}"/>
              </a:ext>
            </a:extLst>
          </p:cNvPr>
          <p:cNvCxnSpPr/>
          <p:nvPr/>
        </p:nvCxnSpPr>
        <p:spPr>
          <a:xfrm flipV="1">
            <a:off x="2333081" y="1931926"/>
            <a:ext cx="2547976" cy="260828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7801341-8B40-FA47-AEDF-6262500C235D}"/>
              </a:ext>
            </a:extLst>
          </p:cNvPr>
          <p:cNvSpPr txBox="1"/>
          <p:nvPr/>
        </p:nvSpPr>
        <p:spPr>
          <a:xfrm>
            <a:off x="1159851" y="1881459"/>
            <a:ext cx="736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TP/AP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165A45-F59A-E448-95C9-C37920B2F5EA}"/>
              </a:ext>
            </a:extLst>
          </p:cNvPr>
          <p:cNvSpPr txBox="1"/>
          <p:nvPr/>
        </p:nvSpPr>
        <p:spPr>
          <a:xfrm>
            <a:off x="4761465" y="4807457"/>
            <a:ext cx="9602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FP/AN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B24DAC1B-FBF6-0943-BEA2-5008D7750A17}"/>
              </a:ext>
            </a:extLst>
          </p:cNvPr>
          <p:cNvSpPr/>
          <p:nvPr/>
        </p:nvSpPr>
        <p:spPr>
          <a:xfrm>
            <a:off x="9495693" y="1635308"/>
            <a:ext cx="2603380" cy="47792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E750A36C-A42B-9646-91FF-B37D28203DE5}"/>
              </a:ext>
            </a:extLst>
          </p:cNvPr>
          <p:cNvSpPr/>
          <p:nvPr/>
        </p:nvSpPr>
        <p:spPr>
          <a:xfrm rot="18803495" flipV="1">
            <a:off x="7109791" y="4617011"/>
            <a:ext cx="5123828" cy="126586"/>
          </a:xfrm>
          <a:custGeom>
            <a:avLst/>
            <a:gdLst>
              <a:gd name="connsiteX0" fmla="*/ 0 w 2501462"/>
              <a:gd name="connsiteY0" fmla="*/ 157675 h 157675"/>
              <a:gd name="connsiteX1" fmla="*/ 262759 w 2501462"/>
              <a:gd name="connsiteY1" fmla="*/ 52571 h 157675"/>
              <a:gd name="connsiteX2" fmla="*/ 536028 w 2501462"/>
              <a:gd name="connsiteY2" fmla="*/ 147164 h 157675"/>
              <a:gd name="connsiteX3" fmla="*/ 767256 w 2501462"/>
              <a:gd name="connsiteY3" fmla="*/ 42061 h 157675"/>
              <a:gd name="connsiteX4" fmla="*/ 1166649 w 2501462"/>
              <a:gd name="connsiteY4" fmla="*/ 115633 h 157675"/>
              <a:gd name="connsiteX5" fmla="*/ 1534511 w 2501462"/>
              <a:gd name="connsiteY5" fmla="*/ 20 h 157675"/>
              <a:gd name="connsiteX6" fmla="*/ 1828800 w 2501462"/>
              <a:gd name="connsiteY6" fmla="*/ 126144 h 157675"/>
              <a:gd name="connsiteX7" fmla="*/ 2154621 w 2501462"/>
              <a:gd name="connsiteY7" fmla="*/ 42061 h 157675"/>
              <a:gd name="connsiteX8" fmla="*/ 2501462 w 2501462"/>
              <a:gd name="connsiteY8" fmla="*/ 136654 h 157675"/>
              <a:gd name="connsiteX9" fmla="*/ 2501462 w 2501462"/>
              <a:gd name="connsiteY9" fmla="*/ 136654 h 157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501462" h="157675">
                <a:moveTo>
                  <a:pt x="0" y="157675"/>
                </a:moveTo>
                <a:cubicBezTo>
                  <a:pt x="86710" y="105999"/>
                  <a:pt x="173421" y="54323"/>
                  <a:pt x="262759" y="52571"/>
                </a:cubicBezTo>
                <a:cubicBezTo>
                  <a:pt x="352097" y="50819"/>
                  <a:pt x="451945" y="148916"/>
                  <a:pt x="536028" y="147164"/>
                </a:cubicBezTo>
                <a:cubicBezTo>
                  <a:pt x="620111" y="145412"/>
                  <a:pt x="662153" y="47316"/>
                  <a:pt x="767256" y="42061"/>
                </a:cubicBezTo>
                <a:cubicBezTo>
                  <a:pt x="872359" y="36806"/>
                  <a:pt x="1038773" y="122640"/>
                  <a:pt x="1166649" y="115633"/>
                </a:cubicBezTo>
                <a:cubicBezTo>
                  <a:pt x="1294525" y="108626"/>
                  <a:pt x="1424153" y="-1732"/>
                  <a:pt x="1534511" y="20"/>
                </a:cubicBezTo>
                <a:cubicBezTo>
                  <a:pt x="1644869" y="1772"/>
                  <a:pt x="1725448" y="119137"/>
                  <a:pt x="1828800" y="126144"/>
                </a:cubicBezTo>
                <a:cubicBezTo>
                  <a:pt x="1932152" y="133151"/>
                  <a:pt x="2042511" y="40309"/>
                  <a:pt x="2154621" y="42061"/>
                </a:cubicBezTo>
                <a:cubicBezTo>
                  <a:pt x="2266731" y="43813"/>
                  <a:pt x="2501462" y="136654"/>
                  <a:pt x="2501462" y="136654"/>
                </a:cubicBezTo>
                <a:lnTo>
                  <a:pt x="2501462" y="136654"/>
                </a:lnTo>
              </a:path>
            </a:pathLst>
          </a:cu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453D8E-97EC-B844-9AB6-8B1C082342BA}"/>
              </a:ext>
            </a:extLst>
          </p:cNvPr>
          <p:cNvSpPr txBox="1"/>
          <p:nvPr/>
        </p:nvSpPr>
        <p:spPr>
          <a:xfrm>
            <a:off x="5538092" y="1618916"/>
            <a:ext cx="1953592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Low Threshold – detect all events and all noise</a:t>
            </a:r>
          </a:p>
        </p:txBody>
      </p:sp>
      <p:sp>
        <p:nvSpPr>
          <p:cNvPr id="6" name="Left Arrow 5">
            <a:extLst>
              <a:ext uri="{FF2B5EF4-FFF2-40B4-BE49-F238E27FC236}">
                <a16:creationId xmlns:a16="http://schemas.microsoft.com/office/drawing/2014/main" id="{56DF35C6-4E73-8541-946F-E8674CE5FF32}"/>
              </a:ext>
            </a:extLst>
          </p:cNvPr>
          <p:cNvSpPr/>
          <p:nvPr/>
        </p:nvSpPr>
        <p:spPr>
          <a:xfrm>
            <a:off x="5110987" y="1767574"/>
            <a:ext cx="387626" cy="16435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BFF551-180F-734A-B901-FC313A28660E}"/>
              </a:ext>
            </a:extLst>
          </p:cNvPr>
          <p:cNvSpPr txBox="1"/>
          <p:nvPr/>
        </p:nvSpPr>
        <p:spPr>
          <a:xfrm>
            <a:off x="-3600" y="4284044"/>
            <a:ext cx="1532871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Very high threshold.</a:t>
            </a:r>
          </a:p>
          <a:p>
            <a:r>
              <a:rPr lang="en-US" sz="1200" dirty="0"/>
              <a:t>Cut off all noise – and</a:t>
            </a:r>
          </a:p>
          <a:p>
            <a:r>
              <a:rPr lang="en-US" sz="1200" dirty="0"/>
              <a:t>most of "planes"</a:t>
            </a:r>
          </a:p>
        </p:txBody>
      </p:sp>
      <p:sp>
        <p:nvSpPr>
          <p:cNvPr id="15" name="Left Arrow 14">
            <a:extLst>
              <a:ext uri="{FF2B5EF4-FFF2-40B4-BE49-F238E27FC236}">
                <a16:creationId xmlns:a16="http://schemas.microsoft.com/office/drawing/2014/main" id="{BE0B01BA-4201-3045-B184-5387CC2DCB66}"/>
              </a:ext>
            </a:extLst>
          </p:cNvPr>
          <p:cNvSpPr/>
          <p:nvPr/>
        </p:nvSpPr>
        <p:spPr>
          <a:xfrm rot="16438469">
            <a:off x="2394327" y="1615970"/>
            <a:ext cx="567517" cy="120728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01A66B59-4073-8F4B-B2AB-970D49C9201F}"/>
              </a:ext>
            </a:extLst>
          </p:cNvPr>
          <p:cNvSpPr/>
          <p:nvPr/>
        </p:nvSpPr>
        <p:spPr>
          <a:xfrm rot="9913061">
            <a:off x="1533535" y="4334167"/>
            <a:ext cx="651305" cy="117911"/>
          </a:xfrm>
          <a:prstGeom prst="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E3E7E9-845C-884A-B427-2C96058F5924}"/>
              </a:ext>
            </a:extLst>
          </p:cNvPr>
          <p:cNvSpPr txBox="1"/>
          <p:nvPr/>
        </p:nvSpPr>
        <p:spPr>
          <a:xfrm>
            <a:off x="1658993" y="908751"/>
            <a:ext cx="2437307" cy="46166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Optimal threshold – cut off most of noise, but catches most of planes</a:t>
            </a:r>
          </a:p>
        </p:txBody>
      </p:sp>
    </p:spTree>
    <p:extLst>
      <p:ext uri="{BB962C8B-B14F-4D97-AF65-F5344CB8AC3E}">
        <p14:creationId xmlns:p14="http://schemas.microsoft.com/office/powerpoint/2010/main" val="3104387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70D264-F06E-B444-91D8-0D5DA897ED83}"/>
              </a:ext>
            </a:extLst>
          </p:cNvPr>
          <p:cNvSpPr txBox="1"/>
          <p:nvPr/>
        </p:nvSpPr>
        <p:spPr>
          <a:xfrm>
            <a:off x="133815" y="122663"/>
            <a:ext cx="11255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Medical Test Paradox – Predictive Power of Positive or Negative Test Result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5CF1F-B716-9C47-9B0F-5C157DE1741D}"/>
              </a:ext>
            </a:extLst>
          </p:cNvPr>
          <p:cNvSpPr txBox="1"/>
          <p:nvPr/>
        </p:nvSpPr>
        <p:spPr>
          <a:xfrm>
            <a:off x="133816" y="645883"/>
            <a:ext cx="433782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from </a:t>
            </a:r>
            <a:r>
              <a:rPr lang="en-US" sz="1400" dirty="0">
                <a:hlinkClick r:id="rId2"/>
              </a:rPr>
              <a:t>https://www.youtube.com/watch?v=lG4VkPoG3ko</a:t>
            </a:r>
            <a:r>
              <a:rPr lang="en-US" sz="1400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015FA5-9F2A-E743-BA81-54B9A767ADD5}"/>
              </a:ext>
            </a:extLst>
          </p:cNvPr>
          <p:cNvSpPr txBox="1"/>
          <p:nvPr/>
        </p:nvSpPr>
        <p:spPr>
          <a:xfrm>
            <a:off x="219919" y="1099595"/>
            <a:ext cx="8055980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have 1,000 people.</a:t>
            </a:r>
          </a:p>
          <a:p>
            <a:r>
              <a:rPr lang="en-US" sz="1400" dirty="0"/>
              <a:t>1% of them have a disease:</a:t>
            </a:r>
          </a:p>
          <a:p>
            <a:r>
              <a:rPr lang="en-US" sz="1400" dirty="0"/>
              <a:t>    </a:t>
            </a:r>
            <a:r>
              <a:rPr lang="en-US" sz="1400" dirty="0" err="1"/>
              <a:t>N_sick</a:t>
            </a:r>
            <a:r>
              <a:rPr lang="en-US" sz="1400" dirty="0"/>
              <a:t> = 10</a:t>
            </a:r>
          </a:p>
          <a:p>
            <a:r>
              <a:rPr lang="en-US" sz="1400" dirty="0"/>
              <a:t>    </a:t>
            </a:r>
            <a:r>
              <a:rPr lang="en-US" sz="1400" dirty="0" err="1"/>
              <a:t>N_healthy</a:t>
            </a:r>
            <a:r>
              <a:rPr lang="en-US" sz="1400" dirty="0"/>
              <a:t> = 990</a:t>
            </a:r>
          </a:p>
          <a:p>
            <a:endParaRPr lang="en-US" sz="1400" dirty="0"/>
          </a:p>
          <a:p>
            <a:r>
              <a:rPr lang="en-US" sz="1400" dirty="0"/>
              <a:t>We use a test with sensitivity </a:t>
            </a:r>
            <a:r>
              <a:rPr lang="en-US" sz="1400" b="1" dirty="0">
                <a:solidFill>
                  <a:srgbClr val="0070C0"/>
                </a:solidFill>
              </a:rPr>
              <a:t>SE</a:t>
            </a:r>
            <a:r>
              <a:rPr lang="en-US" sz="1400" dirty="0"/>
              <a:t> = 90% and specificity </a:t>
            </a:r>
            <a:r>
              <a:rPr lang="en-US" sz="1400" b="1" dirty="0">
                <a:solidFill>
                  <a:srgbClr val="0070C0"/>
                </a:solidFill>
              </a:rPr>
              <a:t>SP</a:t>
            </a:r>
            <a:r>
              <a:rPr lang="en-US" sz="1400" dirty="0"/>
              <a:t> = 91%.</a:t>
            </a:r>
          </a:p>
          <a:p>
            <a:endParaRPr lang="en-US" sz="1400" dirty="0"/>
          </a:p>
          <a:p>
            <a:r>
              <a:rPr lang="en-US" sz="1400" dirty="0"/>
              <a:t>This means that test shows results as following: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TP = True Positive  =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N_sick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* SE/100 =   9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TN = True Negative  = </a:t>
            </a:r>
            <a:r>
              <a:rPr lang="en-US" sz="1400" b="1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N_healthy</a:t>
            </a:r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* SP/100 = 901 out of 990</a:t>
            </a:r>
          </a:p>
          <a:p>
            <a:endParaRPr lang="en-US" sz="1400" b="1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FN = False Negative =  1 out of  10</a:t>
            </a:r>
          </a:p>
          <a:p>
            <a:r>
              <a:rPr lang="en-US" sz="1400" b="1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FP = False Positive = 89 out of 990</a:t>
            </a:r>
          </a:p>
          <a:p>
            <a:endParaRPr lang="en-US" sz="1400" dirty="0"/>
          </a:p>
          <a:p>
            <a:r>
              <a:rPr lang="en-US" sz="2400" b="1" dirty="0">
                <a:solidFill>
                  <a:srgbClr val="00B050"/>
                </a:solidFill>
              </a:rPr>
              <a:t>What is the predictive power of this test?</a:t>
            </a:r>
          </a:p>
          <a:p>
            <a:endParaRPr lang="en-US" sz="1400" dirty="0"/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Positive result :  TP/(TP+FP)  =    9/(9+89)   =  0.092  (1 in 11 chance)</a:t>
            </a:r>
          </a:p>
          <a:p>
            <a:endParaRPr lang="en-US" sz="1400" b="1" dirty="0">
              <a:solidFill>
                <a:srgbClr val="00B05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400" b="1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Negative result :  TN/(TN+FN)  =  901/(901+1)  =  0.999  (very good)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CA7F8B04-1F38-2B4E-BD4A-9D68DD8A86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968711"/>
              </p:ext>
            </p:extLst>
          </p:nvPr>
        </p:nvGraphicFramePr>
        <p:xfrm>
          <a:off x="8368496" y="2939971"/>
          <a:ext cx="3229335" cy="11820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6445">
                  <a:extLst>
                    <a:ext uri="{9D8B030D-6E8A-4147-A177-3AD203B41FA5}">
                      <a16:colId xmlns:a16="http://schemas.microsoft.com/office/drawing/2014/main" val="2903718036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663645295"/>
                    </a:ext>
                  </a:extLst>
                </a:gridCol>
                <a:gridCol w="1076445">
                  <a:extLst>
                    <a:ext uri="{9D8B030D-6E8A-4147-A177-3AD203B41FA5}">
                      <a16:colId xmlns:a16="http://schemas.microsoft.com/office/drawing/2014/main" val="3368044933"/>
                    </a:ext>
                  </a:extLst>
                </a:gridCol>
              </a:tblGrid>
              <a:tr h="394009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Disease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Healthy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445689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Positive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934848"/>
                  </a:ext>
                </a:extLst>
              </a:tr>
              <a:tr h="394009">
                <a:tc>
                  <a:txBody>
                    <a:bodyPr/>
                    <a:lstStyle/>
                    <a:p>
                      <a:r>
                        <a:rPr lang="en-US" dirty="0"/>
                        <a:t>Negative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97779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6185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1082</Words>
  <Application>Microsoft Macintosh PowerPoint</Application>
  <PresentationFormat>Widescreen</PresentationFormat>
  <Paragraphs>133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Consolas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Lev Selector</cp:lastModifiedBy>
  <cp:revision>18</cp:revision>
  <cp:lastPrinted>2021-01-04T03:42:20Z</cp:lastPrinted>
  <dcterms:created xsi:type="dcterms:W3CDTF">2019-03-14T16:17:24Z</dcterms:created>
  <dcterms:modified xsi:type="dcterms:W3CDTF">2021-01-04T03:42:44Z</dcterms:modified>
</cp:coreProperties>
</file>