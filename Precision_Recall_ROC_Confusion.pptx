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47" r:id="rId2"/>
    <p:sldId id="333" r:id="rId3"/>
    <p:sldId id="345" r:id="rId4"/>
    <p:sldId id="342" r:id="rId5"/>
    <p:sldId id="344" r:id="rId6"/>
    <p:sldId id="343" r:id="rId7"/>
    <p:sldId id="34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23"/>
    <p:restoredTop sz="94694"/>
  </p:normalViewPr>
  <p:slideViewPr>
    <p:cSldViewPr snapToGrid="0" snapToObjects="1">
      <p:cViewPr varScale="1">
        <p:scale>
          <a:sx n="83" d="100"/>
          <a:sy n="83" d="100"/>
        </p:scale>
        <p:origin x="22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A3A607E-9BAA-4D42-B242-2EDFF7355A12}"/>
    <pc:docChg chg="undo custSel addSld modSld">
      <pc:chgData name="Lev Selector" userId="314cf8c1-d356-4160-b242-72dee3bb7a46" providerId="ADAL" clId="{EA3A607E-9BAA-4D42-B242-2EDFF7355A12}" dt="2019-08-28T15:00:13.501" v="485" actId="1076"/>
      <pc:docMkLst>
        <pc:docMk/>
      </pc:docMkLst>
      <pc:sldChg chg="addSp modSp">
        <pc:chgData name="Lev Selector" userId="314cf8c1-d356-4160-b242-72dee3bb7a46" providerId="ADAL" clId="{EA3A607E-9BAA-4D42-B242-2EDFF7355A12}" dt="2019-08-28T14:54:26.163" v="189" actId="1076"/>
        <pc:sldMkLst>
          <pc:docMk/>
          <pc:sldMk cId="158420829" sldId="342"/>
        </pc:sldMkLst>
        <pc:spChg chg="mod">
          <ac:chgData name="Lev Selector" userId="314cf8c1-d356-4160-b242-72dee3bb7a46" providerId="ADAL" clId="{EA3A607E-9BAA-4D42-B242-2EDFF7355A12}" dt="2019-08-28T14:49:25.018" v="59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EA3A607E-9BAA-4D42-B242-2EDFF7355A12}" dt="2019-08-28T14:47:44.364" v="9" actId="20577"/>
          <ac:spMkLst>
            <pc:docMk/>
            <pc:sldMk cId="158420829" sldId="342"/>
            <ac:spMk id="7" creationId="{765B8119-CB34-004A-8BAF-2F2E2895F4D1}"/>
          </ac:spMkLst>
        </pc:spChg>
        <pc:spChg chg="add mod">
          <ac:chgData name="Lev Selector" userId="314cf8c1-d356-4160-b242-72dee3bb7a46" providerId="ADAL" clId="{EA3A607E-9BAA-4D42-B242-2EDFF7355A12}" dt="2019-08-28T14:54:26.163" v="189" actId="1076"/>
          <ac:spMkLst>
            <pc:docMk/>
            <pc:sldMk cId="158420829" sldId="342"/>
            <ac:spMk id="8" creationId="{2B1BDB6E-ED89-9444-9CFB-7D7AF5C8172F}"/>
          </ac:spMkLst>
        </pc:spChg>
        <pc:spChg chg="mod">
          <ac:chgData name="Lev Selector" userId="314cf8c1-d356-4160-b242-72dee3bb7a46" providerId="ADAL" clId="{EA3A607E-9BAA-4D42-B242-2EDFF7355A12}" dt="2019-08-28T14:47:49.493" v="10"/>
          <ac:spMkLst>
            <pc:docMk/>
            <pc:sldMk cId="158420829" sldId="342"/>
            <ac:spMk id="88" creationId="{00000000-0000-0000-0000-000000000000}"/>
          </ac:spMkLst>
        </pc:spChg>
      </pc:sldChg>
      <pc:sldChg chg="addSp delSp modSp add">
        <pc:chgData name="Lev Selector" userId="314cf8c1-d356-4160-b242-72dee3bb7a46" providerId="ADAL" clId="{EA3A607E-9BAA-4D42-B242-2EDFF7355A12}" dt="2019-08-28T15:00:13.501" v="485" actId="1076"/>
        <pc:sldMkLst>
          <pc:docMk/>
          <pc:sldMk cId="1412137750" sldId="344"/>
        </pc:sldMkLst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2" creationId="{E42724D3-65D2-3148-94CF-AB6088EBD232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6" creationId="{0776A3DB-E3D6-044A-B6B6-0333CC961AFA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7" creationId="{765B8119-CB34-004A-8BAF-2F2E2895F4D1}"/>
          </ac:spMkLst>
        </pc:spChg>
        <pc:spChg chg="mod">
          <ac:chgData name="Lev Selector" userId="314cf8c1-d356-4160-b242-72dee3bb7a46" providerId="ADAL" clId="{EA3A607E-9BAA-4D42-B242-2EDFF7355A12}" dt="2019-08-28T14:57:42.001" v="290" actId="1076"/>
          <ac:spMkLst>
            <pc:docMk/>
            <pc:sldMk cId="1412137750" sldId="344"/>
            <ac:spMk id="8" creationId="{2B1BDB6E-ED89-9444-9CFB-7D7AF5C8172F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9" creationId="{B3791FC3-D4F8-E141-BD30-A5F94E4033F1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0" creationId="{8653F629-9DD7-284F-844D-5A2CC90F28A4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1" creationId="{6E2926DA-2101-9E47-896D-FC34A088D8EF}"/>
          </ac:spMkLst>
        </pc:spChg>
        <pc:spChg chg="add mod">
          <ac:chgData name="Lev Selector" userId="314cf8c1-d356-4160-b242-72dee3bb7a46" providerId="ADAL" clId="{EA3A607E-9BAA-4D42-B242-2EDFF7355A12}" dt="2019-08-28T14:58:16.444" v="299" actId="1076"/>
          <ac:spMkLst>
            <pc:docMk/>
            <pc:sldMk cId="1412137750" sldId="344"/>
            <ac:spMk id="12" creationId="{911526FC-858C-B54A-89E0-E40F21479EFA}"/>
          </ac:spMkLst>
        </pc:spChg>
        <pc:spChg chg="add mod">
          <ac:chgData name="Lev Selector" userId="314cf8c1-d356-4160-b242-72dee3bb7a46" providerId="ADAL" clId="{EA3A607E-9BAA-4D42-B242-2EDFF7355A12}" dt="2019-08-28T15:00:13.501" v="485" actId="1076"/>
          <ac:spMkLst>
            <pc:docMk/>
            <pc:sldMk cId="1412137750" sldId="344"/>
            <ac:spMk id="13" creationId="{00CE273A-9856-814F-80A0-A0D131AA03C8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4" creationId="{A149A53B-AD44-1146-A0BF-25CBD0891323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5" creationId="{59D7864E-7694-BE41-B9E2-1C2072B9236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6" creationId="{BA8A22E7-CE5B-5149-BAAD-39D8F998DA52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7" creationId="{52F989B3-1485-DF47-8F7F-B65BB253102E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8" creationId="{3CC41F34-8AD5-614F-B9EB-85473D4224B0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9" creationId="{A105818D-2008-6446-B948-E8C6431A510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0" creationId="{87B28BBC-3FA1-5F49-B7C2-DB82913EF5A1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1" creationId="{E2F1F3CB-9BFF-5A44-B563-BB42E87740F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4" creationId="{C9742544-CEAA-4348-A257-59BEB9178120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5" creationId="{3AED96AA-BD50-2E4A-8E21-2CD10158FDE6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6" creationId="{B39D23F0-4101-A741-87ED-3025DBC4E4EB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7" creationId="{EE8CE904-A43C-2345-B985-50FDBB1F69D9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8" creationId="{1A5EC886-4915-804F-AC1F-0C618F51355E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9" creationId="{4F4C5C82-5D46-E04A-BBA2-E48909405D2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0" creationId="{A367FE6D-5B64-E64C-B215-D840F474D937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1" creationId="{FA239941-BAAA-3347-B135-513A133283D8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88" creationId="{00000000-0000-0000-0000-000000000000}"/>
          </ac:spMkLst>
        </pc:spChg>
        <pc:picChg chg="mod">
          <ac:chgData name="Lev Selector" userId="314cf8c1-d356-4160-b242-72dee3bb7a46" providerId="ADAL" clId="{EA3A607E-9BAA-4D42-B242-2EDFF7355A12}" dt="2019-08-28T14:57:00.490" v="280" actId="1076"/>
          <ac:picMkLst>
            <pc:docMk/>
            <pc:sldMk cId="1412137750" sldId="344"/>
            <ac:picMk id="3" creationId="{4D8283FA-2D57-6143-BD4D-5E14DD32FD69}"/>
          </ac:picMkLst>
        </pc:picChg>
        <pc:picChg chg="del">
          <ac:chgData name="Lev Selector" userId="314cf8c1-d356-4160-b242-72dee3bb7a46" providerId="ADAL" clId="{EA3A607E-9BAA-4D42-B242-2EDFF7355A12}" dt="2019-08-28T14:55:13.638" v="193" actId="478"/>
          <ac:picMkLst>
            <pc:docMk/>
            <pc:sldMk cId="1412137750" sldId="344"/>
            <ac:picMk id="5" creationId="{FB4BAF2C-0C1A-F448-A098-8A465864D8DA}"/>
          </ac:picMkLst>
        </pc:picChg>
        <pc:cxnChg chg="add mod">
          <ac:chgData name="Lev Selector" userId="314cf8c1-d356-4160-b242-72dee3bb7a46" providerId="ADAL" clId="{EA3A607E-9BAA-4D42-B242-2EDFF7355A12}" dt="2019-08-28T15:00:06.519" v="484" actId="1037"/>
          <ac:cxnSpMkLst>
            <pc:docMk/>
            <pc:sldMk cId="1412137750" sldId="344"/>
            <ac:cxnSpMk id="22" creationId="{2428DF91-7CB5-7C4F-85CC-17D1E068A46B}"/>
          </ac:cxnSpMkLst>
        </pc:cxnChg>
        <pc:cxnChg chg="add mod">
          <ac:chgData name="Lev Selector" userId="314cf8c1-d356-4160-b242-72dee3bb7a46" providerId="ADAL" clId="{EA3A607E-9BAA-4D42-B242-2EDFF7355A12}" dt="2019-08-28T14:59:51.150" v="428" actId="1036"/>
          <ac:cxnSpMkLst>
            <pc:docMk/>
            <pc:sldMk cId="1412137750" sldId="344"/>
            <ac:cxnSpMk id="32" creationId="{926986F4-F96E-084F-B056-2609B20D1DBB}"/>
          </ac:cxnSpMkLst>
        </pc:cxnChg>
      </pc:sldChg>
    </pc:docChg>
  </pc:docChgLst>
  <pc:docChgLst>
    <pc:chgData name="Lev Selector" userId="314cf8c1-d356-4160-b242-72dee3bb7a46" providerId="ADAL" clId="{F498C7FB-71D7-394B-BAD4-584E0E7D04A7}"/>
    <pc:docChg chg="undo custSel modSld">
      <pc:chgData name="Lev Selector" userId="314cf8c1-d356-4160-b242-72dee3bb7a46" providerId="ADAL" clId="{F498C7FB-71D7-394B-BAD4-584E0E7D04A7}" dt="2019-08-28T16:50:30.373" v="451" actId="1076"/>
      <pc:docMkLst>
        <pc:docMk/>
      </pc:docMkLst>
      <pc:sldChg chg="modSp">
        <pc:chgData name="Lev Selector" userId="314cf8c1-d356-4160-b242-72dee3bb7a46" providerId="ADAL" clId="{F498C7FB-71D7-394B-BAD4-584E0E7D04A7}" dt="2019-08-28T16:44:04.482" v="387" actId="1076"/>
        <pc:sldMkLst>
          <pc:docMk/>
          <pc:sldMk cId="158420829" sldId="342"/>
        </pc:sldMkLst>
        <pc:spChg chg="mod">
          <ac:chgData name="Lev Selector" userId="314cf8c1-d356-4160-b242-72dee3bb7a46" providerId="ADAL" clId="{F498C7FB-71D7-394B-BAD4-584E0E7D04A7}" dt="2019-08-28T16:44:04.482" v="387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F498C7FB-71D7-394B-BAD4-584E0E7D04A7}" dt="2019-08-28T16:43:59.490" v="386" actId="1076"/>
          <ac:spMkLst>
            <pc:docMk/>
            <pc:sldMk cId="158420829" sldId="342"/>
            <ac:spMk id="7" creationId="{765B8119-CB34-004A-8BAF-2F2E2895F4D1}"/>
          </ac:spMkLst>
        </pc:spChg>
      </pc:sldChg>
      <pc:sldChg chg="modSp">
        <pc:chgData name="Lev Selector" userId="314cf8c1-d356-4160-b242-72dee3bb7a46" providerId="ADAL" clId="{F498C7FB-71D7-394B-BAD4-584E0E7D04A7}" dt="2019-08-28T16:43:38.524" v="385" actId="6549"/>
        <pc:sldMkLst>
          <pc:docMk/>
          <pc:sldMk cId="310438735" sldId="343"/>
        </pc:sldMkLst>
        <pc:spChg chg="mod">
          <ac:chgData name="Lev Selector" userId="314cf8c1-d356-4160-b242-72dee3bb7a46" providerId="ADAL" clId="{F498C7FB-71D7-394B-BAD4-584E0E7D04A7}" dt="2019-08-28T16:43:38.524" v="385" actId="6549"/>
          <ac:spMkLst>
            <pc:docMk/>
            <pc:sldMk cId="310438735" sldId="343"/>
            <ac:spMk id="7" creationId="{765B8119-CB34-004A-8BAF-2F2E2895F4D1}"/>
          </ac:spMkLst>
        </pc:spChg>
      </pc:sldChg>
      <pc:sldChg chg="addSp delSp modSp">
        <pc:chgData name="Lev Selector" userId="314cf8c1-d356-4160-b242-72dee3bb7a46" providerId="ADAL" clId="{F498C7FB-71D7-394B-BAD4-584E0E7D04A7}" dt="2019-08-28T16:50:30.373" v="451" actId="1076"/>
        <pc:sldMkLst>
          <pc:docMk/>
          <pc:sldMk cId="1412137750" sldId="344"/>
        </pc:sldMkLst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6" creationId="{9BEA9CC4-2A34-5A49-839C-B3E39045925D}"/>
          </ac:spMkLst>
        </pc:spChg>
        <pc:spChg chg="mod">
          <ac:chgData name="Lev Selector" userId="314cf8c1-d356-4160-b242-72dee3bb7a46" providerId="ADAL" clId="{F498C7FB-71D7-394B-BAD4-584E0E7D04A7}" dt="2019-08-28T16:12:40.508" v="48" actId="1076"/>
          <ac:spMkLst>
            <pc:docMk/>
            <pc:sldMk cId="1412137750" sldId="344"/>
            <ac:spMk id="8" creationId="{2B1BDB6E-ED89-9444-9CFB-7D7AF5C8172F}"/>
          </ac:spMkLst>
        </pc:spChg>
        <pc:spChg chg="mod">
          <ac:chgData name="Lev Selector" userId="314cf8c1-d356-4160-b242-72dee3bb7a46" providerId="ADAL" clId="{F498C7FB-71D7-394B-BAD4-584E0E7D04A7}" dt="2019-08-28T16:45:03.217" v="397" actId="14100"/>
          <ac:spMkLst>
            <pc:docMk/>
            <pc:sldMk cId="1412137750" sldId="344"/>
            <ac:spMk id="12" creationId="{911526FC-858C-B54A-89E0-E40F21479EFA}"/>
          </ac:spMkLst>
        </pc:spChg>
        <pc:spChg chg="mod">
          <ac:chgData name="Lev Selector" userId="314cf8c1-d356-4160-b242-72dee3bb7a46" providerId="ADAL" clId="{F498C7FB-71D7-394B-BAD4-584E0E7D04A7}" dt="2019-08-28T16:50:13.618" v="421" actId="20577"/>
          <ac:spMkLst>
            <pc:docMk/>
            <pc:sldMk cId="1412137750" sldId="344"/>
            <ac:spMk id="13" creationId="{00CE273A-9856-814F-80A0-A0D131AA03C8}"/>
          </ac:spMkLst>
        </pc:spChg>
        <pc:spChg chg="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14" creationId="{A149A53B-AD44-1146-A0BF-25CBD0891323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5" creationId="{59D7864E-7694-BE41-B9E2-1C2072B92366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6" creationId="{BA8A22E7-CE5B-5149-BAAD-39D8F998DA52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7" creationId="{52F989B3-1485-DF47-8F7F-B65BB253102E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8" creationId="{3CC41F34-8AD5-614F-B9EB-85473D4224B0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9" creationId="{A105818D-2008-6446-B948-E8C6431A5106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0" creationId="{87B28BBC-3FA1-5F49-B7C2-DB82913EF5A1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1" creationId="{E2F1F3CB-9BFF-5A44-B563-BB42E87740F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4" creationId="{C9742544-CEAA-4348-A257-59BEB9178120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5" creationId="{3AED96AA-BD50-2E4A-8E21-2CD10158FDE6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6" creationId="{B39D23F0-4101-A741-87ED-3025DBC4E4EB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7" creationId="{EE8CE904-A43C-2345-B985-50FDBB1F69D9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8" creationId="{1A5EC886-4915-804F-AC1F-0C618F51355E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9" creationId="{4F4C5C82-5D46-E04A-BBA2-E48909405D2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0" creationId="{A367FE6D-5B64-E64C-B215-D840F474D937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1" creationId="{FA239941-BAAA-3347-B135-513A133283D8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3" creationId="{A5A08C01-7A38-A049-9823-C82C2EB96902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4" creationId="{EB59FCFC-7742-B24F-B8B1-93C31745DA30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5" creationId="{04AA9930-BC63-374C-BDA9-AACA1FEC9CFA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6" creationId="{803EF5E0-2203-954C-BBED-81EC8A345B35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7" creationId="{3664F5C4-0E0A-F646-968F-0A3AE9A158DF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8" creationId="{CB60F128-11A4-E94B-AA68-260714EE26C3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9" creationId="{3264F9F0-9B3D-A04D-BFBB-135207AF1EC7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0" creationId="{1B516205-78F7-CC44-BA01-E2D40FF6321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2" creationId="{67915EE0-B9A4-9E43-BC51-B9F763510F2C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3" creationId="{B3077243-4022-6A45-A43A-6703C1B7C220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4" creationId="{A8BF1D14-9BC5-D64E-BD66-C5891F3A6F5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5" creationId="{37E9A8BB-544B-EA4E-BE4C-242E32E8970B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6" creationId="{CAB3D40E-9C84-8548-8CA4-B956B80F99C7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7" creationId="{7EEC0E68-D6C9-D349-BA65-5BC090CE0FDE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8" creationId="{E4FF259A-3C7A-1D49-BD43-BF4B707EBCBE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49" creationId="{158E0873-B085-C849-8D7B-B426ACB395F7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1" creationId="{DB8514BA-6284-2E45-8AB6-2CCAD94E079D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2" creationId="{C97CA396-BE2A-834C-ABA5-36A8CEF46151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3" creationId="{375565C6-7939-054A-A0E3-FB44858927E5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4" creationId="{8E68F321-7945-1F42-B2E9-884B9859871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5" creationId="{8D68E3CF-2745-8441-8A12-8B5B00C392A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6" creationId="{4386F94C-9DFA-AF44-BAEF-2DBDA547CB18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7" creationId="{24567E88-9B35-A947-9CA2-8485DA9E8996}"/>
          </ac:spMkLst>
        </pc:spChg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58" creationId="{78F8E667-8B30-6C42-936C-323FB68A2869}"/>
          </ac:spMkLst>
        </pc:sp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2" creationId="{B4DC31EE-51D9-284B-A6D4-A39218EA598D}"/>
          </ac:picMkLst>
        </pc:picChg>
        <pc:picChg chg="add del mod">
          <ac:chgData name="Lev Selector" userId="314cf8c1-d356-4160-b242-72dee3bb7a46" providerId="ADAL" clId="{F498C7FB-71D7-394B-BAD4-584E0E7D04A7}" dt="2019-08-28T16:20:36.764" v="220" actId="478"/>
          <ac:picMkLst>
            <pc:docMk/>
            <pc:sldMk cId="1412137750" sldId="344"/>
            <ac:picMk id="4" creationId="{5E05F7D2-876F-6749-842B-EB33A5673EDF}"/>
          </ac:picMkLst>
        </pc:pic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5" creationId="{B968C331-C9F4-444C-B693-8DC0DAB85D60}"/>
          </ac:picMkLst>
        </pc:picChg>
        <pc:picChg chg="add mod">
          <ac:chgData name="Lev Selector" userId="314cf8c1-d356-4160-b242-72dee3bb7a46" providerId="ADAL" clId="{F498C7FB-71D7-394B-BAD4-584E0E7D04A7}" dt="2019-08-28T16:50:30.373" v="451" actId="1076"/>
          <ac:picMkLst>
            <pc:docMk/>
            <pc:sldMk cId="1412137750" sldId="344"/>
            <ac:picMk id="7" creationId="{266FCCA6-C9C0-FC49-9598-EC5E4B220A7B}"/>
          </ac:picMkLst>
        </pc:picChg>
        <pc:cxnChg chg="mod">
          <ac:chgData name="Lev Selector" userId="314cf8c1-d356-4160-b242-72dee3bb7a46" providerId="ADAL" clId="{F498C7FB-71D7-394B-BAD4-584E0E7D04A7}" dt="2019-08-28T16:12:34.572" v="47" actId="1076"/>
          <ac:cxnSpMkLst>
            <pc:docMk/>
            <pc:sldMk cId="1412137750" sldId="344"/>
            <ac:cxnSpMk id="22" creationId="{2428DF91-7CB5-7C4F-85CC-17D1E068A46B}"/>
          </ac:cxnSpMkLst>
        </pc:cxnChg>
        <pc:cxnChg chg="del">
          <ac:chgData name="Lev Selector" userId="314cf8c1-d356-4160-b242-72dee3bb7a46" providerId="ADAL" clId="{F498C7FB-71D7-394B-BAD4-584E0E7D04A7}" dt="2019-08-28T16:12:08.905" v="12" actId="478"/>
          <ac:cxnSpMkLst>
            <pc:docMk/>
            <pc:sldMk cId="1412137750" sldId="344"/>
            <ac:cxnSpMk id="32" creationId="{926986F4-F96E-084F-B056-2609B20D1DBB}"/>
          </ac:cxnSpMkLst>
        </pc:cxnChg>
        <pc:cxnChg chg="add mod">
          <ac:chgData name="Lev Selector" userId="314cf8c1-d356-4160-b242-72dee3bb7a46" providerId="ADAL" clId="{F498C7FB-71D7-394B-BAD4-584E0E7D04A7}" dt="2019-08-28T16:12:55.482" v="107" actId="1036"/>
          <ac:cxnSpMkLst>
            <pc:docMk/>
            <pc:sldMk cId="1412137750" sldId="344"/>
            <ac:cxnSpMk id="41" creationId="{7216AC2F-0177-4F4F-A248-AD59D1AAA510}"/>
          </ac:cxnSpMkLst>
        </pc:cxnChg>
        <pc:cxnChg chg="add mod">
          <ac:chgData name="Lev Selector" userId="314cf8c1-d356-4160-b242-72dee3bb7a46" providerId="ADAL" clId="{F498C7FB-71D7-394B-BAD4-584E0E7D04A7}" dt="2019-08-28T16:13:18.231" v="201" actId="1035"/>
          <ac:cxnSpMkLst>
            <pc:docMk/>
            <pc:sldMk cId="1412137750" sldId="344"/>
            <ac:cxnSpMk id="50" creationId="{9E49F533-0A29-9744-BFFA-EF2A046C30B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1B679-F1BC-D040-817F-A2F595AB9D9A}" type="datetimeFigureOut">
              <a:rPr lang="en-US" smtClean="0"/>
              <a:t>1/22/21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79EBF7-6510-4C45-92B4-47AE75AAA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33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10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4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699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070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B09-8032-6549-92C4-626D1508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FC42D-C824-714B-9710-2B275FD4B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6259-81F7-B44E-86FC-FB35400F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F8C1B-B408-C041-93FB-EA3212E1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9A347-EB09-AE44-8F8B-A9E45AE3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97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AC5A-CF47-6B4A-8FC1-A028E770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363F-739C-2044-BF8F-D46A61E7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E0421-E749-EF4A-867B-51A85A40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D4EAA-560B-A748-BDE4-A66B45B3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1D073-2B48-9B4F-B13F-6D7FB14B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85DE-0159-6A43-92BD-F8467AAD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C0C5C-E576-754E-AC79-A92B68FC6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EDD4C-E63B-AD4D-801B-5830A001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1E2C-7CE2-234C-A97D-6E1893A6A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E6C5-9D01-8145-AA09-AFE4D1F03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1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1F95-7E3C-DF4F-8EA1-BB853398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965-27B9-314E-8631-B3229E4AE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964BD-4E29-7749-BF19-0A07F4D23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F6481-1FE5-3B4F-8E2F-6447FE05D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029F2-331A-C344-A9CC-9E1EDD39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D0F67-B73E-BE42-81B4-3B9C9AE5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EB2F-9211-EA45-84E2-DC6FBFA5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970C-A1D7-A741-8A01-F26501520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8B142-71CD-C94D-80D3-A4FC491C4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7EE6A-4021-3F4E-80B5-70F42B7D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63352E-DA4A-EC41-82E2-E58964A37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7D701-541E-DE46-95C4-1AE9672F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98CF2-DB24-E04D-B536-7D6F116F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4096-A3E7-A040-ABC5-5145F04A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6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EF4D4-EF23-2240-8B36-0F0FDCBE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4A51B-016C-2047-B4AC-5B3D3B6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8FF4-2C9B-9345-871B-87850AB95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DE9A-BFB3-5F4F-B898-FBB09F62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2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4D0FC0-4FA6-DB44-827E-763C99A8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3B51E3-9743-D949-87E5-EBCC4791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A1BD8-EB90-4247-9E7F-5D781564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8C52-B439-684B-9D0D-8FBF6EF0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E900A-6170-2C4A-ACB6-5C421486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4E485-E29A-1F44-9349-1F1938F33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439B-F711-824D-8259-C4C373662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259BA-598A-F645-8894-DD6EE0C0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F557A-9B35-EF49-B6C6-FB063A7A5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6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C8-5768-C840-BF2A-89E6CED57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7219BE-3F20-8B41-857D-2B6FE9765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41691-E81C-F54D-9B43-1469697C4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334AA-7AA3-CD4F-9DE7-A10DA058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63A6B-FEBD-D24D-B747-2E242F67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1678A-8110-9043-A9A0-FBA0821B4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1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0D81-AA47-CA46-AD78-F4FC3928E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64B66-A6CE-8F49-B031-DF7BB5E3A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3ED9-2714-9846-80E8-97F5DB0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4D06-87D5-4046-8C82-060E5AC1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64453-BEE4-CD45-92C6-92F09D4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9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3EF8-0AAE-8245-A82C-FA9DBD6381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2B7E0-594B-574C-9F9C-5C4183F39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DEEA2-9012-C444-A200-3282F0DA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A130-81A4-7C46-A3FE-4EF7CF90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EDBC2-0584-AF46-8F39-0ED25732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6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ECF5F-E43B-0F41-B2E6-29F4DC21A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2F256-920B-A74E-801E-C515B8B72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A7BDC-ABCE-1246-A660-A1996C2D5A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C6890-0266-1140-AA82-3B7AF23274A1}" type="datetimeFigureOut">
              <a:rPr lang="en-US" smtClean="0"/>
              <a:t>1/22/21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24CD-DD7E-7842-81D1-1157DD04E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BF235-BD91-4543-B660-F9AF258D1B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38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KristenHunter/civitas-learning-understanding-roc-curves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ost/How_do_I_calculate_the_false_alarm_rate_for_face_detection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tif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lG4VkPoG3ko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EA2AEA-5ECB-324A-8BBF-BB105EBFE40A}"/>
              </a:ext>
            </a:extLst>
          </p:cNvPr>
          <p:cNvSpPr txBox="1"/>
          <p:nvPr/>
        </p:nvSpPr>
        <p:spPr>
          <a:xfrm>
            <a:off x="2658318" y="1909824"/>
            <a:ext cx="667087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Today's topic: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How do we evaluate the quality </a:t>
            </a:r>
          </a:p>
          <a:p>
            <a:pPr algn="ctr"/>
            <a:r>
              <a:rPr lang="en-US" sz="2800" dirty="0"/>
              <a:t>of a binary classifier or a medical test ?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Precision, Recall, ROC, AUC, </a:t>
            </a:r>
          </a:p>
          <a:p>
            <a:pPr algn="ctr"/>
            <a:r>
              <a:rPr lang="en-US" sz="2800" dirty="0"/>
              <a:t>F1, Sensitivity, Specificity, etc.</a:t>
            </a:r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92232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4170" y="0"/>
            <a:ext cx="7308080" cy="6763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sz="2800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at various threshold settings.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developed by radar engineers during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World War II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for detecting enemy objects.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TPR  = REC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 or Sensitivity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=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TP/P  =  TP / (TP + FN) 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False Positive Rate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fall-out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=  FP / N  =  FP / (FP + 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TP/(TP+FP)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  TNR = SPC =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Specificity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= TN/N  =  TN/(FP+TN)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(True Negative Rate)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</a:rPr>
              <a:t>AUC = Area Under the Curve</a:t>
            </a:r>
            <a:endParaRPr sz="2800" b="1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Simply the area under the ROC curve (from 0 to 1)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  <a:latin typeface="Calibri"/>
                <a:cs typeface="Calibri"/>
                <a:sym typeface="Calibri"/>
              </a:rPr>
              <a:t>F1 Score</a:t>
            </a:r>
            <a:endParaRPr lang="en-US" sz="2800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F1 score is a single number evaluation metric: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F1 score = 2 * PRE * REC / (PRE + REC)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harmonic average of the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8637" y="3799620"/>
            <a:ext cx="2979905" cy="2850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524" y="228600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79976" y="1089212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70458" y="1089212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20A35-4F3A-ED4B-8ED0-679A3476A85F}"/>
              </a:ext>
            </a:extLst>
          </p:cNvPr>
          <p:cNvSpPr txBox="1"/>
          <p:nvPr/>
        </p:nvSpPr>
        <p:spPr>
          <a:xfrm>
            <a:off x="7142433" y="5392399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High Precision, Low Recall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A59F50-3303-0144-850E-C3279D99EDDC}"/>
              </a:ext>
            </a:extLst>
          </p:cNvPr>
          <p:cNvSpPr txBox="1"/>
          <p:nvPr/>
        </p:nvSpPr>
        <p:spPr>
          <a:xfrm>
            <a:off x="7142432" y="6046980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Precision, High Recall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E65013-4176-C04A-BA97-C4EAF273D276}"/>
              </a:ext>
            </a:extLst>
          </p:cNvPr>
          <p:cNvSpPr/>
          <p:nvPr/>
        </p:nvSpPr>
        <p:spPr>
          <a:xfrm rot="993956">
            <a:off x="8993856" y="5517216"/>
            <a:ext cx="426419" cy="1621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9693566B-D3CC-5345-A1E8-D2DA13F9E162}"/>
              </a:ext>
            </a:extLst>
          </p:cNvPr>
          <p:cNvSpPr/>
          <p:nvPr/>
        </p:nvSpPr>
        <p:spPr>
          <a:xfrm rot="20039750">
            <a:off x="9013870" y="6006532"/>
            <a:ext cx="423508" cy="169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C71B03-58EB-5D4E-9708-43A754421C93}"/>
              </a:ext>
            </a:extLst>
          </p:cNvPr>
          <p:cNvCxnSpPr/>
          <p:nvPr/>
        </p:nvCxnSpPr>
        <p:spPr>
          <a:xfrm>
            <a:off x="7036902" y="4442791"/>
            <a:ext cx="0" cy="23310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824489-5BB9-F74D-8592-EA7D0BAD26C8}"/>
              </a:ext>
            </a:extLst>
          </p:cNvPr>
          <p:cNvSpPr txBox="1"/>
          <p:nvPr/>
        </p:nvSpPr>
        <p:spPr>
          <a:xfrm>
            <a:off x="8613861" y="468282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Low Threshold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89D-266C-6547-AFFF-F661F1CA7BE7}"/>
              </a:ext>
            </a:extLst>
          </p:cNvPr>
          <p:cNvSpPr txBox="1"/>
          <p:nvPr/>
        </p:nvSpPr>
        <p:spPr>
          <a:xfrm>
            <a:off x="7303850" y="2266446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High Threshold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32A34-CA46-D74D-AA45-2D38056245CF}"/>
              </a:ext>
            </a:extLst>
          </p:cNvPr>
          <p:cNvSpPr txBox="1"/>
          <p:nvPr/>
        </p:nvSpPr>
        <p:spPr>
          <a:xfrm rot="18665804">
            <a:off x="6655239" y="429809"/>
            <a:ext cx="673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Recall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49857-F54A-7B4F-97B4-553B518E0CC0}"/>
              </a:ext>
            </a:extLst>
          </p:cNvPr>
          <p:cNvSpPr txBox="1"/>
          <p:nvPr/>
        </p:nvSpPr>
        <p:spPr>
          <a:xfrm rot="18665804">
            <a:off x="8975833" y="2613420"/>
            <a:ext cx="462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FPR</a:t>
            </a:r>
          </a:p>
        </p:txBody>
      </p:sp>
    </p:spTree>
    <p:extLst>
      <p:ext uri="{BB962C8B-B14F-4D97-AF65-F5344CB8AC3E}">
        <p14:creationId xmlns:p14="http://schemas.microsoft.com/office/powerpoint/2010/main" val="717077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DFB59F-2A01-BD45-9D8B-032D25A1063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253" y="1462241"/>
            <a:ext cx="3137920" cy="3277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E33A25-AE9C-3946-9822-BE3A29FAF000}"/>
              </a:ext>
            </a:extLst>
          </p:cNvPr>
          <p:cNvSpPr txBox="1"/>
          <p:nvPr/>
        </p:nvSpPr>
        <p:spPr>
          <a:xfrm>
            <a:off x="0" y="4739759"/>
            <a:ext cx="46821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</a:t>
            </a:r>
          </a:p>
          <a:p>
            <a:r>
              <a:rPr lang="en-US" sz="1000" dirty="0">
                <a:hlinkClick r:id="rId3"/>
              </a:rPr>
              <a:t>https://www.slideshare.net/KristenHunter/civitas-learning-understanding-roc-curves</a:t>
            </a:r>
            <a:r>
              <a:rPr lang="en-US" sz="1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E7613-7489-4F4B-B544-170A155E3FEE}"/>
              </a:ext>
            </a:extLst>
          </p:cNvPr>
          <p:cNvSpPr txBox="1"/>
          <p:nvPr/>
        </p:nvSpPr>
        <p:spPr>
          <a:xfrm>
            <a:off x="4682169" y="892367"/>
            <a:ext cx="744740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For measuring the performance of retrieval systems, several measures are used that depends on the following four major parameters:</a:t>
            </a:r>
          </a:p>
          <a:p>
            <a:endParaRPr lang="en-US" sz="1100" dirty="0"/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Positive  (TP): True  is identified True 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Negative  (TN): False is identified False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Positive (FP): True  is identified False (wrong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Negative (FN): False is identified True  (wrong identification)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 = TP + FN (number of correct identification cases)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 = FP + TN (number of wrong identification case) 25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(SPC) or True Negative Rate (TNR)   : SPC = (TN / N) = TN / (FP + TN)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Precision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Positive Predictive Value (PPV)    : PPV = TP / (TP + FP)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Negative Predictive Value (NPV)                 : NPV = TN / (TN + FN)   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Fall-Out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False Positive Rate (FPR)           : FPR = (FP / N) = FP / (FP + TN) = 1 – SPC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Discovery Rate (FDR)                      : FDR = FP / (FP + TP) = 1 – PPV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Miss Rate or False Negative Rate (FNR)          : FNR = FN / (FN + TP)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Accuracy (ACC)                                  : ACC = (TP+TN) / (P+N)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F1 Score                                        : F1  = 2*TP/(2*TP+FP+FN)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Mathews Correlation Coefficient (MCC):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MCC=(TP*TN-FP*FN)/sqrt((TP+FP)*(TP+FN)*(TN+FP) *(TN+FN))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Informedness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Sensitivity + Specificity -1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Markedness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= Precision + NPV -1</a:t>
            </a:r>
          </a:p>
          <a:p>
            <a:endParaRPr lang="en-US" sz="1100" dirty="0"/>
          </a:p>
          <a:p>
            <a:r>
              <a:rPr lang="en-US" sz="1200" dirty="0"/>
              <a:t>From</a:t>
            </a:r>
            <a:r>
              <a:rPr lang="en-US" sz="1100" dirty="0"/>
              <a:t>:</a:t>
            </a:r>
          </a:p>
          <a:p>
            <a:r>
              <a:rPr lang="en-US" sz="1000" dirty="0">
                <a:hlinkClick r:id="rId4"/>
              </a:rPr>
              <a:t>https://www.researchgate.net/post/How_do_I_calculate_the_false_alarm_rate_for_face_detection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2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789290" y="2242844"/>
            <a:ext cx="591631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metrics.precision_score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metrics.recall_score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metrics.roc_curve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metrics.roc_auc_score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919405"/>
            <a:ext cx="82289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a simple binary classifier we are predicting one of two possibilities (Yes/No, Positive/Negative, Plane/No-Plane, Normal/Abnormal, etc.).</a:t>
            </a:r>
          </a:p>
          <a:p>
            <a:endParaRPr lang="en-US" sz="2000" dirty="0"/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149086" y="5717894"/>
            <a:ext cx="7270286" cy="1102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 =  sum(Diagonal) / sum(ALL)  =  sum(Correct) / sum(ALL)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 =  TP / (TP+FP)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 =  TP / (TP+FN)  = 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All_Actual_Positives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20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787" y="-1637"/>
            <a:ext cx="3248213" cy="2817727"/>
          </a:xfrm>
          <a:prstGeom prst="rect">
            <a:avLst/>
          </a:prstGeom>
        </p:spPr>
      </p:pic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247177" y="159708"/>
            <a:ext cx="4155858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911526FC-858C-B54A-89E0-E40F21479EFA}"/>
              </a:ext>
            </a:extLst>
          </p:cNvPr>
          <p:cNvSpPr txBox="1"/>
          <p:nvPr/>
        </p:nvSpPr>
        <p:spPr>
          <a:xfrm>
            <a:off x="226270" y="4572230"/>
            <a:ext cx="4979394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00CE273A-9856-814F-80A0-A0D131AA03C8}"/>
              </a:ext>
            </a:extLst>
          </p:cNvPr>
          <p:cNvSpPr txBox="1"/>
          <p:nvPr/>
        </p:nvSpPr>
        <p:spPr>
          <a:xfrm>
            <a:off x="247176" y="2422320"/>
            <a:ext cx="5712465" cy="505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</a:t>
            </a:r>
            <a:r>
              <a:rPr lang="en-US" sz="2000" b="1" dirty="0">
                <a:solidFill>
                  <a:schemeClr val="dk1"/>
                </a:solidFill>
                <a:cs typeface="Calibri"/>
                <a:sym typeface="Calibri"/>
              </a:rPr>
              <a:t>) = TP / </a:t>
            </a:r>
            <a:r>
              <a:rPr lang="en-US" sz="2000" b="1" dirty="0" err="1">
                <a:solidFill>
                  <a:schemeClr val="dk1"/>
                </a:solidFill>
                <a:cs typeface="Calibri"/>
                <a:sym typeface="Calibri"/>
              </a:rPr>
              <a:t>Predicted_Positives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49A53B-AD44-1146-A0BF-25CBD0891323}"/>
              </a:ext>
            </a:extLst>
          </p:cNvPr>
          <p:cNvSpPr/>
          <p:nvPr/>
        </p:nvSpPr>
        <p:spPr>
          <a:xfrm>
            <a:off x="3703606" y="850584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28DF91-7CB5-7C4F-85CC-17D1E068A46B}"/>
              </a:ext>
            </a:extLst>
          </p:cNvPr>
          <p:cNvCxnSpPr>
            <a:cxnSpLocks/>
          </p:cNvCxnSpPr>
          <p:nvPr/>
        </p:nvCxnSpPr>
        <p:spPr>
          <a:xfrm flipH="1">
            <a:off x="2916861" y="685800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A08C01-7A38-A049-9823-C82C2EB96902}"/>
              </a:ext>
            </a:extLst>
          </p:cNvPr>
          <p:cNvSpPr/>
          <p:nvPr/>
        </p:nvSpPr>
        <p:spPr>
          <a:xfrm>
            <a:off x="3703606" y="1200971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59FCFC-7742-B24F-B8B1-93C31745DA30}"/>
              </a:ext>
            </a:extLst>
          </p:cNvPr>
          <p:cNvSpPr/>
          <p:nvPr/>
        </p:nvSpPr>
        <p:spPr>
          <a:xfrm>
            <a:off x="4050703" y="85356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AA9930-BC63-374C-BDA9-AACA1FEC9CFA}"/>
              </a:ext>
            </a:extLst>
          </p:cNvPr>
          <p:cNvSpPr/>
          <p:nvPr/>
        </p:nvSpPr>
        <p:spPr>
          <a:xfrm>
            <a:off x="4050703" y="1203955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3EF5E0-2203-954C-BBED-81EC8A345B35}"/>
              </a:ext>
            </a:extLst>
          </p:cNvPr>
          <p:cNvSpPr/>
          <p:nvPr/>
        </p:nvSpPr>
        <p:spPr>
          <a:xfrm>
            <a:off x="2118122" y="85821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64F5C4-0E0A-F646-968F-0A3AE9A158DF}"/>
              </a:ext>
            </a:extLst>
          </p:cNvPr>
          <p:cNvSpPr/>
          <p:nvPr/>
        </p:nvSpPr>
        <p:spPr>
          <a:xfrm>
            <a:off x="2118122" y="120860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60F128-11A4-E94B-AA68-260714EE26C3}"/>
              </a:ext>
            </a:extLst>
          </p:cNvPr>
          <p:cNvSpPr/>
          <p:nvPr/>
        </p:nvSpPr>
        <p:spPr>
          <a:xfrm>
            <a:off x="2465219" y="86120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64F9F0-9B3D-A04D-BFBB-135207AF1EC7}"/>
              </a:ext>
            </a:extLst>
          </p:cNvPr>
          <p:cNvSpPr/>
          <p:nvPr/>
        </p:nvSpPr>
        <p:spPr>
          <a:xfrm>
            <a:off x="2465219" y="121158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16205-78F7-CC44-BA01-E2D40FF6321F}"/>
              </a:ext>
            </a:extLst>
          </p:cNvPr>
          <p:cNvSpPr/>
          <p:nvPr/>
        </p:nvSpPr>
        <p:spPr>
          <a:xfrm>
            <a:off x="3703607" y="3120540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216AC2F-0177-4F4F-A248-AD59D1AAA510}"/>
              </a:ext>
            </a:extLst>
          </p:cNvPr>
          <p:cNvCxnSpPr>
            <a:cxnSpLocks/>
          </p:cNvCxnSpPr>
          <p:nvPr/>
        </p:nvCxnSpPr>
        <p:spPr>
          <a:xfrm flipH="1">
            <a:off x="2916862" y="2955756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915EE0-B9A4-9E43-BC51-B9F763510F2C}"/>
              </a:ext>
            </a:extLst>
          </p:cNvPr>
          <p:cNvSpPr/>
          <p:nvPr/>
        </p:nvSpPr>
        <p:spPr>
          <a:xfrm>
            <a:off x="3703607" y="347092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3077243-4022-6A45-A43A-6703C1B7C220}"/>
              </a:ext>
            </a:extLst>
          </p:cNvPr>
          <p:cNvSpPr/>
          <p:nvPr/>
        </p:nvSpPr>
        <p:spPr>
          <a:xfrm>
            <a:off x="4050704" y="312352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F1D14-9BC5-D64E-BD66-C5891F3A6F5F}"/>
              </a:ext>
            </a:extLst>
          </p:cNvPr>
          <p:cNvSpPr/>
          <p:nvPr/>
        </p:nvSpPr>
        <p:spPr>
          <a:xfrm>
            <a:off x="4050704" y="347391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E9A8BB-544B-EA4E-BE4C-242E32E8970B}"/>
              </a:ext>
            </a:extLst>
          </p:cNvPr>
          <p:cNvSpPr/>
          <p:nvPr/>
        </p:nvSpPr>
        <p:spPr>
          <a:xfrm>
            <a:off x="2118123" y="312817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B3D40E-9C84-8548-8CA4-B956B80F99C7}"/>
              </a:ext>
            </a:extLst>
          </p:cNvPr>
          <p:cNvSpPr/>
          <p:nvPr/>
        </p:nvSpPr>
        <p:spPr>
          <a:xfrm>
            <a:off x="2118123" y="347856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EC0E68-D6C9-D349-BA65-5BC090CE0FDE}"/>
              </a:ext>
            </a:extLst>
          </p:cNvPr>
          <p:cNvSpPr/>
          <p:nvPr/>
        </p:nvSpPr>
        <p:spPr>
          <a:xfrm>
            <a:off x="2465220" y="3131157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4FF259A-3C7A-1D49-BD43-BF4B707EBCBE}"/>
              </a:ext>
            </a:extLst>
          </p:cNvPr>
          <p:cNvSpPr/>
          <p:nvPr/>
        </p:nvSpPr>
        <p:spPr>
          <a:xfrm>
            <a:off x="2465220" y="348154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8E0873-B085-C849-8D7B-B426ACB395F7}"/>
              </a:ext>
            </a:extLst>
          </p:cNvPr>
          <p:cNvSpPr/>
          <p:nvPr/>
        </p:nvSpPr>
        <p:spPr>
          <a:xfrm>
            <a:off x="3711629" y="5334349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E49F533-0A29-9744-BFFA-EF2A046C30B8}"/>
              </a:ext>
            </a:extLst>
          </p:cNvPr>
          <p:cNvCxnSpPr>
            <a:cxnSpLocks/>
          </p:cNvCxnSpPr>
          <p:nvPr/>
        </p:nvCxnSpPr>
        <p:spPr>
          <a:xfrm flipH="1">
            <a:off x="2924884" y="5169565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B8514BA-6284-2E45-8AB6-2CCAD94E079D}"/>
              </a:ext>
            </a:extLst>
          </p:cNvPr>
          <p:cNvSpPr/>
          <p:nvPr/>
        </p:nvSpPr>
        <p:spPr>
          <a:xfrm>
            <a:off x="3711629" y="568473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97CA396-BE2A-834C-ABA5-36A8CEF46151}"/>
              </a:ext>
            </a:extLst>
          </p:cNvPr>
          <p:cNvSpPr/>
          <p:nvPr/>
        </p:nvSpPr>
        <p:spPr>
          <a:xfrm>
            <a:off x="4058726" y="533733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565C6-7939-054A-A0E3-FB44858927E5}"/>
              </a:ext>
            </a:extLst>
          </p:cNvPr>
          <p:cNvSpPr/>
          <p:nvPr/>
        </p:nvSpPr>
        <p:spPr>
          <a:xfrm>
            <a:off x="4058726" y="568772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68F321-7945-1F42-B2E9-884B98598712}"/>
              </a:ext>
            </a:extLst>
          </p:cNvPr>
          <p:cNvSpPr/>
          <p:nvPr/>
        </p:nvSpPr>
        <p:spPr>
          <a:xfrm>
            <a:off x="2126145" y="5341982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D68E3CF-2745-8441-8A12-8B5B00C392A2}"/>
              </a:ext>
            </a:extLst>
          </p:cNvPr>
          <p:cNvSpPr/>
          <p:nvPr/>
        </p:nvSpPr>
        <p:spPr>
          <a:xfrm>
            <a:off x="2126145" y="5692369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386F94C-9DFA-AF44-BAEF-2DBDA547CB18}"/>
              </a:ext>
            </a:extLst>
          </p:cNvPr>
          <p:cNvSpPr/>
          <p:nvPr/>
        </p:nvSpPr>
        <p:spPr>
          <a:xfrm>
            <a:off x="2473242" y="534496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567E88-9B35-A947-9CA2-8485DA9E8996}"/>
              </a:ext>
            </a:extLst>
          </p:cNvPr>
          <p:cNvSpPr/>
          <p:nvPr/>
        </p:nvSpPr>
        <p:spPr>
          <a:xfrm>
            <a:off x="2473242" y="5695353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C31EE-51D9-284B-A6D4-A39218EA598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2355415"/>
            <a:ext cx="2418531" cy="1049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8C331-C9F4-444C-B693-8DC0DAB85D6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4721776"/>
            <a:ext cx="1301750" cy="1562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EA9CC4-2A34-5A49-839C-B3E39045925D}"/>
              </a:ext>
            </a:extLst>
          </p:cNvPr>
          <p:cNvSpPr txBox="1"/>
          <p:nvPr/>
        </p:nvSpPr>
        <p:spPr>
          <a:xfrm>
            <a:off x="7484897" y="5545528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Nuclear Bomb </a:t>
            </a:r>
          </a:p>
          <a:p>
            <a:r>
              <a:rPr lang="en-US" dirty="0"/>
              <a:t>  - low precision (many FP)</a:t>
            </a:r>
          </a:p>
          <a:p>
            <a:r>
              <a:rPr lang="en-US" dirty="0"/>
              <a:t>  - high recall (get everything)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F8E667-8B30-6C42-936C-323FB68A2869}"/>
              </a:ext>
            </a:extLst>
          </p:cNvPr>
          <p:cNvSpPr txBox="1"/>
          <p:nvPr/>
        </p:nvSpPr>
        <p:spPr>
          <a:xfrm>
            <a:off x="7484896" y="3149083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Sniper</a:t>
            </a:r>
          </a:p>
          <a:p>
            <a:r>
              <a:rPr lang="en-US" dirty="0"/>
              <a:t>  - high precision (zero FP)</a:t>
            </a:r>
          </a:p>
          <a:p>
            <a:r>
              <a:rPr lang="en-US" dirty="0"/>
              <a:t>  - low recall (can't get everything)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FCCA6-C9C0-FC49-9598-EC5E4B22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299" y="527906"/>
            <a:ext cx="1346129" cy="134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7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738459" y="5413016"/>
            <a:ext cx="64129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 axes:</a:t>
            </a:r>
          </a:p>
          <a:p>
            <a:r>
              <a:rPr lang="en-US" sz="2000" dirty="0"/>
              <a:t>   vertical      – True Positives  / All Actual Positives</a:t>
            </a:r>
          </a:p>
          <a:p>
            <a:r>
              <a:rPr lang="en-US" sz="2000" dirty="0"/>
              <a:t>   horizontal –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8993" y="1767574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2333081" y="1931926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1159851" y="1881459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4761465" y="4807457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FP/AN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24DAC1B-FBF6-0943-BEA2-5008D7750A17}"/>
              </a:ext>
            </a:extLst>
          </p:cNvPr>
          <p:cNvSpPr/>
          <p:nvPr/>
        </p:nvSpPr>
        <p:spPr>
          <a:xfrm>
            <a:off x="9495693" y="1635308"/>
            <a:ext cx="2603380" cy="47792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E750A36C-A42B-9646-91FF-B37D28203DE5}"/>
              </a:ext>
            </a:extLst>
          </p:cNvPr>
          <p:cNvSpPr/>
          <p:nvPr/>
        </p:nvSpPr>
        <p:spPr>
          <a:xfrm rot="18803495" flipV="1">
            <a:off x="7109791" y="4617011"/>
            <a:ext cx="5123828" cy="126586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453D8E-97EC-B844-9AB6-8B1C082342BA}"/>
              </a:ext>
            </a:extLst>
          </p:cNvPr>
          <p:cNvSpPr txBox="1"/>
          <p:nvPr/>
        </p:nvSpPr>
        <p:spPr>
          <a:xfrm>
            <a:off x="5538092" y="1618916"/>
            <a:ext cx="1953592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Threshold – detect all events and all noise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56DF35C6-4E73-8541-946F-E8674CE5FF32}"/>
              </a:ext>
            </a:extLst>
          </p:cNvPr>
          <p:cNvSpPr/>
          <p:nvPr/>
        </p:nvSpPr>
        <p:spPr>
          <a:xfrm>
            <a:off x="5110987" y="1767574"/>
            <a:ext cx="387626" cy="16435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BFF551-180F-734A-B901-FC313A28660E}"/>
              </a:ext>
            </a:extLst>
          </p:cNvPr>
          <p:cNvSpPr txBox="1"/>
          <p:nvPr/>
        </p:nvSpPr>
        <p:spPr>
          <a:xfrm>
            <a:off x="-3600" y="4284044"/>
            <a:ext cx="1532871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Very high threshold.</a:t>
            </a:r>
          </a:p>
          <a:p>
            <a:r>
              <a:rPr lang="en-US" sz="1200" dirty="0"/>
              <a:t>Cut off all noise – and</a:t>
            </a:r>
          </a:p>
          <a:p>
            <a:r>
              <a:rPr lang="en-US" sz="1200" dirty="0"/>
              <a:t>most of "planes"</a:t>
            </a:r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BE0B01BA-4201-3045-B184-5387CC2DCB66}"/>
              </a:ext>
            </a:extLst>
          </p:cNvPr>
          <p:cNvSpPr/>
          <p:nvPr/>
        </p:nvSpPr>
        <p:spPr>
          <a:xfrm rot="16438469">
            <a:off x="2394327" y="1615970"/>
            <a:ext cx="567517" cy="120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01A66B59-4073-8F4B-B2AB-970D49C9201F}"/>
              </a:ext>
            </a:extLst>
          </p:cNvPr>
          <p:cNvSpPr/>
          <p:nvPr/>
        </p:nvSpPr>
        <p:spPr>
          <a:xfrm rot="9913061">
            <a:off x="1533535" y="4334167"/>
            <a:ext cx="651305" cy="11791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3E7E9-845C-884A-B427-2C96058F5924}"/>
              </a:ext>
            </a:extLst>
          </p:cNvPr>
          <p:cNvSpPr txBox="1"/>
          <p:nvPr/>
        </p:nvSpPr>
        <p:spPr>
          <a:xfrm>
            <a:off x="1658993" y="908751"/>
            <a:ext cx="243730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Optimal threshold – cut off most of noise, but catches most of planes</a:t>
            </a:r>
          </a:p>
        </p:txBody>
      </p:sp>
    </p:spTree>
    <p:extLst>
      <p:ext uri="{BB962C8B-B14F-4D97-AF65-F5344CB8AC3E}">
        <p14:creationId xmlns:p14="http://schemas.microsoft.com/office/powerpoint/2010/main" val="310438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70D264-F06E-B444-91D8-0D5DA897ED83}"/>
              </a:ext>
            </a:extLst>
          </p:cNvPr>
          <p:cNvSpPr txBox="1"/>
          <p:nvPr/>
        </p:nvSpPr>
        <p:spPr>
          <a:xfrm>
            <a:off x="133815" y="122663"/>
            <a:ext cx="11255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Medical Test Paradox – Predictive Power of Positive or Negative Test 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5CF1F-B716-9C47-9B0F-5C157DE1741D}"/>
              </a:ext>
            </a:extLst>
          </p:cNvPr>
          <p:cNvSpPr txBox="1"/>
          <p:nvPr/>
        </p:nvSpPr>
        <p:spPr>
          <a:xfrm>
            <a:off x="133816" y="645883"/>
            <a:ext cx="433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from </a:t>
            </a:r>
            <a:r>
              <a:rPr lang="en-US" sz="1400" dirty="0">
                <a:hlinkClick r:id="rId2"/>
              </a:rPr>
              <a:t>https://www.youtube.com/watch?v=lG4VkPoG3ko</a:t>
            </a:r>
            <a:r>
              <a:rPr lang="en-US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015FA5-9F2A-E743-BA81-54B9A767ADD5}"/>
              </a:ext>
            </a:extLst>
          </p:cNvPr>
          <p:cNvSpPr txBox="1"/>
          <p:nvPr/>
        </p:nvSpPr>
        <p:spPr>
          <a:xfrm>
            <a:off x="133815" y="1169103"/>
            <a:ext cx="80559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We have 1,000 people.</a:t>
            </a:r>
          </a:p>
          <a:p>
            <a:r>
              <a:rPr lang="en-US" sz="1600" dirty="0"/>
              <a:t>1% of them have a disease: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=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990</a:t>
            </a:r>
          </a:p>
          <a:p>
            <a:endParaRPr lang="en-US" sz="1600" dirty="0"/>
          </a:p>
          <a:p>
            <a:r>
              <a:rPr lang="en-US" sz="1600" dirty="0"/>
              <a:t>We use a test with </a:t>
            </a:r>
            <a:r>
              <a:rPr lang="en-US" sz="1600" b="1" dirty="0">
                <a:solidFill>
                  <a:srgbClr val="FF0000"/>
                </a:solidFill>
              </a:rPr>
              <a:t>sensitivity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SE</a:t>
            </a:r>
            <a:r>
              <a:rPr lang="en-US" sz="1600" dirty="0"/>
              <a:t> = 90% and </a:t>
            </a:r>
            <a:r>
              <a:rPr lang="en-US" sz="1600" b="1" dirty="0">
                <a:solidFill>
                  <a:srgbClr val="FF0000"/>
                </a:solidFill>
              </a:rPr>
              <a:t>specificity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SP</a:t>
            </a:r>
            <a:r>
              <a:rPr lang="en-US" sz="1600" dirty="0"/>
              <a:t> = 91%.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FF0000"/>
                </a:solidFill>
              </a:rPr>
              <a:t>This means that test shows results as following: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TP = True Positive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* SE/100   =     9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TN = True Negative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 SP/100   =   901 out of 990</a:t>
            </a:r>
          </a:p>
          <a:p>
            <a:endParaRPr lang="en-US" sz="14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FN = False Negative  =   1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FP = False Positive  =  89 out of 990</a:t>
            </a:r>
          </a:p>
          <a:p>
            <a:endParaRPr lang="en-US" sz="1400" dirty="0"/>
          </a:p>
          <a:p>
            <a:r>
              <a:rPr lang="en-US" sz="2400" b="1" dirty="0">
                <a:solidFill>
                  <a:srgbClr val="FF0000"/>
                </a:solidFill>
              </a:rPr>
              <a:t>What is the predictive power of this test?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Positive result :  TP/(TP+FP)  =    9/(9+89)   =  0.092  (1 in 11 chance)</a:t>
            </a:r>
          </a:p>
          <a:p>
            <a:endParaRPr lang="en-US" sz="1400" b="1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Negative result :  TN/(TN+FN)  =  901/(901+1)  =  0.999  (very good)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669B34-BADA-E044-8795-BDA48F99CCA7}"/>
              </a:ext>
            </a:extLst>
          </p:cNvPr>
          <p:cNvSpPr txBox="1"/>
          <p:nvPr/>
        </p:nvSpPr>
        <p:spPr>
          <a:xfrm>
            <a:off x="4776616" y="6243258"/>
            <a:ext cx="7245751" cy="461665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(SPC)    = True Negative Rate (TNR) : SPC = (TN / N) = TN / (FP + TN)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2BE668-AAE7-CF4C-B35D-D4643C145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801948"/>
              </p:ext>
            </p:extLst>
          </p:nvPr>
        </p:nvGraphicFramePr>
        <p:xfrm>
          <a:off x="8650149" y="2965050"/>
          <a:ext cx="3229335" cy="1182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6445">
                  <a:extLst>
                    <a:ext uri="{9D8B030D-6E8A-4147-A177-3AD203B41FA5}">
                      <a16:colId xmlns:a16="http://schemas.microsoft.com/office/drawing/2014/main" val="2903718036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663645295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3368044933"/>
                    </a:ext>
                  </a:extLst>
                </a:gridCol>
              </a:tblGrid>
              <a:tr h="3940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45689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3484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777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6185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1221</Words>
  <Application>Microsoft Macintosh PowerPoint</Application>
  <PresentationFormat>Widescreen</PresentationFormat>
  <Paragraphs>145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Lev Selector</cp:lastModifiedBy>
  <cp:revision>23</cp:revision>
  <cp:lastPrinted>2021-01-04T03:42:20Z</cp:lastPrinted>
  <dcterms:created xsi:type="dcterms:W3CDTF">2019-03-14T16:17:24Z</dcterms:created>
  <dcterms:modified xsi:type="dcterms:W3CDTF">2021-01-22T14:53:53Z</dcterms:modified>
</cp:coreProperties>
</file>