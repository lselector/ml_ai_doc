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4"/>
    <p:restoredTop sz="94562"/>
  </p:normalViewPr>
  <p:slideViewPr>
    <p:cSldViewPr snapToGrid="0" snapToObjects="1">
      <p:cViewPr varScale="1">
        <p:scale>
          <a:sx n="100" d="100"/>
          <a:sy n="100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43923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How to calculate</a:t>
            </a:r>
            <a:r>
              <a:rPr lang="en-US" sz="4000" b="1" dirty="0"/>
              <a:t> </a:t>
            </a:r>
            <a:r>
              <a:rPr lang="el-GR" sz="6000" b="1" i="1" dirty="0">
                <a:solidFill>
                  <a:srgbClr val="0070C0"/>
                </a:solidFill>
              </a:rPr>
              <a:t>π</a:t>
            </a:r>
            <a:endParaRPr lang="el-GR" sz="60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6E077-CBBF-8B4A-AFD9-7FF186E983BF}"/>
              </a:ext>
            </a:extLst>
          </p:cNvPr>
          <p:cNvSpPr txBox="1"/>
          <p:nvPr/>
        </p:nvSpPr>
        <p:spPr>
          <a:xfrm>
            <a:off x="203365" y="1317583"/>
            <a:ext cx="53973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Archimedes' method – find the perimeter of a polygon inscribed within a circle and the perimeter of a polygon circumscribed outside a circle.</a:t>
            </a:r>
          </a:p>
          <a:p>
            <a:endParaRPr lang="en-US" dirty="0"/>
          </a:p>
          <a:p>
            <a:r>
              <a:rPr lang="en-US" dirty="0" err="1"/>
              <a:t>Ludolph</a:t>
            </a:r>
            <a:r>
              <a:rPr lang="en-US" dirty="0"/>
              <a:t> van Ceulen (1540-1610) used this method for a polygon with 2</a:t>
            </a:r>
            <a:r>
              <a:rPr lang="en-US" baseline="30000" dirty="0"/>
              <a:t>62</a:t>
            </a:r>
            <a:r>
              <a:rPr lang="en-US" dirty="0"/>
              <a:t> sides – and calculated 35 digits of pi:</a:t>
            </a:r>
          </a:p>
          <a:p>
            <a:r>
              <a:rPr lang="en-US" dirty="0"/>
              <a:t>    3.14159265358979323846264338327950288...</a:t>
            </a:r>
          </a:p>
          <a:p>
            <a:r>
              <a:rPr lang="en-US" dirty="0"/>
              <a:t>It took him ~30 years!</a:t>
            </a:r>
          </a:p>
          <a:p>
            <a:endParaRPr lang="en-US" dirty="0"/>
          </a:p>
          <a:p>
            <a:r>
              <a:rPr lang="en-US" dirty="0"/>
              <a:t>In 1666 Newton found a much simpler and faster converging method of calculating Pi as an infinite sum.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E90CB-F12C-AB42-AE65-9B7ADBFADA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6568" y="3694665"/>
            <a:ext cx="3267621" cy="7622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B10872-2774-5442-A177-19AD213D115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4979" y="5865213"/>
            <a:ext cx="5130800" cy="83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35E84-B564-144D-AB10-D57AF3CD6459}"/>
              </a:ext>
            </a:extLst>
          </p:cNvPr>
          <p:cNvSpPr txBox="1"/>
          <p:nvPr/>
        </p:nvSpPr>
        <p:spPr>
          <a:xfrm>
            <a:off x="203365" y="5961148"/>
            <a:ext cx="4751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David </a:t>
            </a:r>
            <a:r>
              <a:rPr lang="en-US" dirty="0" err="1"/>
              <a:t>Chudnovsky</a:t>
            </a:r>
            <a:r>
              <a:rPr lang="en-US" dirty="0"/>
              <a:t> and Gregory </a:t>
            </a:r>
            <a:r>
              <a:rPr lang="en-US" dirty="0" err="1"/>
              <a:t>Chudnovsky</a:t>
            </a:r>
            <a:endParaRPr lang="en-US" dirty="0"/>
          </a:p>
          <a:p>
            <a:r>
              <a:rPr lang="en-US" dirty="0"/>
              <a:t>(Kiev-born </a:t>
            </a:r>
            <a:r>
              <a:rPr lang="en-US" dirty="0" err="1"/>
              <a:t>american</a:t>
            </a:r>
            <a:r>
              <a:rPr lang="en-US" dirty="0"/>
              <a:t> mathematicians):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7E8B8-D962-2449-A578-42DEC188D0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8229" y="4776319"/>
            <a:ext cx="3873500" cy="83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939B3C-868A-1543-9C90-EDE29A7AD64C}"/>
              </a:ext>
            </a:extLst>
          </p:cNvPr>
          <p:cNvSpPr txBox="1"/>
          <p:nvPr/>
        </p:nvSpPr>
        <p:spPr>
          <a:xfrm>
            <a:off x="203365" y="5061850"/>
            <a:ext cx="257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Ramanujan (1887-1920):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DA5FE-5513-574C-BFB3-E9E179EC4F2B}"/>
              </a:ext>
            </a:extLst>
          </p:cNvPr>
          <p:cNvSpPr txBox="1"/>
          <p:nvPr/>
        </p:nvSpPr>
        <p:spPr>
          <a:xfrm>
            <a:off x="7238835" y="809028"/>
            <a:ext cx="4622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Current record: over 22 trillion digits! (in 2017)</a:t>
            </a:r>
          </a:p>
          <a:p>
            <a:r>
              <a:rPr lang="en-US" dirty="0">
                <a:solidFill>
                  <a:srgbClr val="0070C0"/>
                </a:solidFill>
              </a:rPr>
              <a:t>105 days of computation on a Dell server using a freely available program called y-cruncher. That program uses both the Ramanujan and </a:t>
            </a:r>
            <a:r>
              <a:rPr lang="en-US" dirty="0" err="1">
                <a:solidFill>
                  <a:srgbClr val="0070C0"/>
                </a:solidFill>
              </a:rPr>
              <a:t>Chudnovsky</a:t>
            </a:r>
            <a:r>
              <a:rPr lang="en-US" dirty="0">
                <a:solidFill>
                  <a:srgbClr val="0070C0"/>
                </a:solidFill>
              </a:rPr>
              <a:t> formulas.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133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145</cp:revision>
  <dcterms:created xsi:type="dcterms:W3CDTF">2018-10-10T17:24:46Z</dcterms:created>
  <dcterms:modified xsi:type="dcterms:W3CDTF">2021-03-23T23:34:55Z</dcterms:modified>
</cp:coreProperties>
</file>