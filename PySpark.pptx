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334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37"/>
    <p:restoredTop sz="94578"/>
  </p:normalViewPr>
  <p:slideViewPr>
    <p:cSldViewPr snapToGrid="0" snapToObjects="1">
      <p:cViewPr varScale="1">
        <p:scale>
          <a:sx n="108" d="100"/>
          <a:sy n="108" d="100"/>
        </p:scale>
        <p:origin x="114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E15B94-D9E4-E149-8081-23A720D1EE5F}" type="datetimeFigureOut">
              <a:rPr lang="en-US" smtClean="0"/>
              <a:t>3/25/21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959602-CC24-7346-B914-9B1E8A8A6B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87895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D99F67-75F2-EF4B-9DE0-21FDAEC663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E99639-B854-674D-ACBA-338D63DD4F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8E4296-DC2B-AF42-91B6-17E3997BE2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852D7-E694-214E-8A12-510E0A0329D2}" type="datetimeFigureOut">
              <a:rPr lang="en-US" smtClean="0"/>
              <a:t>3/25/21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880F47-3B0E-704C-82F4-47CA24586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139331-61D1-E44D-8C43-197AE4B19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0461C-F457-184F-826F-99E566ED8E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97901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8B43CF-BFB5-3546-88C9-3F4ABDF5B1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C71888-698C-3048-9E3A-79F283DAC5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16CAAE-7E6E-094F-B838-A8D599C7A4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852D7-E694-214E-8A12-510E0A0329D2}" type="datetimeFigureOut">
              <a:rPr lang="en-US" smtClean="0"/>
              <a:t>3/25/21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236779-3E6E-F94D-A52C-89DB20E896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2DD567-48AE-8943-81DD-9156637A4F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0461C-F457-184F-826F-99E566ED8E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61398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634C6-BE59-C74D-A804-601DBAECC5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495D0D-E2F3-024E-8F35-A32E5235CA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632F36-110F-AB45-AACD-B967692D66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852D7-E694-214E-8A12-510E0A0329D2}" type="datetimeFigureOut">
              <a:rPr lang="en-US" smtClean="0"/>
              <a:t>3/25/21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CDE42B-76C3-C74B-87BA-EC1966BCA9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22EF09-A125-6A46-98CE-4F27BBF2DF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0461C-F457-184F-826F-99E566ED8E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1919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92FF95-09A5-AD4A-BF49-549FDD4AE8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CBA89D-12BA-364D-9D8E-653BBF7F021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5FDF43-F591-C34C-A19D-72C756D41E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0354CF-BB33-C943-A730-FC383D9A54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852D7-E694-214E-8A12-510E0A0329D2}" type="datetimeFigureOut">
              <a:rPr lang="en-US" smtClean="0"/>
              <a:t>3/25/21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A13A25-E3C8-964A-A037-7E3FD27ADB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AB8329-5603-654D-A660-FFCA319FE6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0461C-F457-184F-826F-99E566ED8E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64304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ACAAB5-2A11-8B46-A36E-45DDB8812B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641C71-F1A6-554A-BAD7-8A45038F18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67A02E-E166-EF46-9DEE-108AEC16E0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E33CE42-B52C-2942-9A4A-0E4F45F1D8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58C1D2-B4E4-AD4A-B8B1-F8B44B8785C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872365E-B55D-7344-998C-79153FB40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852D7-E694-214E-8A12-510E0A0329D2}" type="datetimeFigureOut">
              <a:rPr lang="en-US" smtClean="0"/>
              <a:t>3/25/21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C75CC9F-B7E5-914A-B6F0-00ADC6CAD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07BF07D-E313-CA4B-BB34-30A3407DEF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0461C-F457-184F-826F-99E566ED8E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09406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D6C080-AE3B-2D44-8F1B-F94E3E24C5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FEBD38-3EC2-604B-8909-0751DE753F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852D7-E694-214E-8A12-510E0A0329D2}" type="datetimeFigureOut">
              <a:rPr lang="en-US" smtClean="0"/>
              <a:t>3/25/21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F0E821-C95F-7943-8614-AE9CB9DF3C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5A9F50-050E-B643-A486-F0E3400936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0461C-F457-184F-826F-99E566ED8E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25895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1CDF785-C2CE-4F41-9244-07C54AA903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852D7-E694-214E-8A12-510E0A0329D2}" type="datetimeFigureOut">
              <a:rPr lang="en-US" smtClean="0"/>
              <a:t>3/25/21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D5C8366-9719-1346-8CA9-FA98FA13A4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4423BB-263D-BA4B-8180-9360C24F38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0461C-F457-184F-826F-99E566ED8E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19365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19E274-4263-3C44-A67A-88743FEA29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F4D437-E545-9241-9B1A-D823486254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325DD7-587D-2243-8C7B-87745F2B63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965333-9154-4F43-AB04-7653AB8969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852D7-E694-214E-8A12-510E0A0329D2}" type="datetimeFigureOut">
              <a:rPr lang="en-US" smtClean="0"/>
              <a:t>3/25/21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3DF337-B84B-0D43-B9B3-C5C52986D4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3FC9BB-65AC-144D-8509-7666472A5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0461C-F457-184F-826F-99E566ED8E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63762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835F18-71F5-404F-976D-621F648F98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0249791-DC9D-A945-8D0D-D4A9079865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5D363C-D267-8D4B-B5E3-457DC9389F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9AEDA4-C4FB-564B-ADE2-E7A9075119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852D7-E694-214E-8A12-510E0A0329D2}" type="datetimeFigureOut">
              <a:rPr lang="en-US" smtClean="0"/>
              <a:t>3/25/21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C4D42D-FF74-9246-94C3-9723BF584E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269DFD-0B4D-FA4F-9E71-D5181F1CB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0461C-F457-184F-826F-99E566ED8E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92683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5491E7-7FB4-4546-8157-28938279D4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29B9C2-E777-4348-BBC7-2890721ED3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87FA6D-4975-5148-9D0D-4F743D24F7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852D7-E694-214E-8A12-510E0A0329D2}" type="datetimeFigureOut">
              <a:rPr lang="en-US" smtClean="0"/>
              <a:t>3/25/21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00D166-568E-2649-9F37-88DC38AA8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45E222-16A1-C947-8B1E-3ACF3F5C56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0461C-F457-184F-826F-99E566ED8E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94126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FAC76A-2B25-1A44-91BB-8088E2CC1C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78DD8B-CC03-0745-B893-EEF2A385F3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1F2342-838E-764F-89C0-BB769EE41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852D7-E694-214E-8A12-510E0A0329D2}" type="datetimeFigureOut">
              <a:rPr lang="en-US" smtClean="0"/>
              <a:t>3/25/21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0EDFEC-4C70-7847-9681-6C37613117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83DA2E-AD95-AF44-A7A2-774479195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0461C-F457-184F-826F-99E566ED8E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30120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5955CD2-8FD3-CA4C-99C9-299FEE54ED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F91F3E-101C-5342-8747-F474CDCDAA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3CD303-CF65-3444-86AC-DDE065E379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D852D7-E694-214E-8A12-510E0A0329D2}" type="datetimeFigureOut">
              <a:rPr lang="en-US" smtClean="0"/>
              <a:t>3/25/21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DBF9CF-381B-8F4B-B04A-1BC917405E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8A368C-50DB-5A48-AFBA-3B62FEFE95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50461C-F457-184F-826F-99E566ED8E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42344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Apache_Spark" TargetMode="External"/><Relationship Id="rId2" Type="http://schemas.openxmlformats.org/officeDocument/2006/relationships/hyperlink" Target="https://logz.io/blog/hadoop-vs-spark/" TargetMode="Externa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jpeg"/><Relationship Id="rId5" Type="http://schemas.openxmlformats.org/officeDocument/2006/relationships/hyperlink" Target="http://spark.apache.org/docs/latest/" TargetMode="External"/><Relationship Id="rId4" Type="http://schemas.openxmlformats.org/officeDocument/2006/relationships/hyperlink" Target="https://en.wikipedia.org/wiki/Databricks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1E58F78-8F27-2D4A-BD36-154CD23B3E50}"/>
              </a:ext>
            </a:extLst>
          </p:cNvPr>
          <p:cNvSpPr txBox="1"/>
          <p:nvPr/>
        </p:nvSpPr>
        <p:spPr>
          <a:xfrm>
            <a:off x="0" y="76402"/>
            <a:ext cx="58901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Hadoop &gt;&gt; Spark &gt;&gt; </a:t>
            </a:r>
            <a:r>
              <a:rPr lang="en-US" sz="3600" b="1" dirty="0" err="1"/>
              <a:t>PySpark</a:t>
            </a:r>
            <a:endParaRPr lang="en-US" sz="36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ECF6344-25D1-214F-A75E-373DADD0E10F}"/>
              </a:ext>
            </a:extLst>
          </p:cNvPr>
          <p:cNvSpPr txBox="1"/>
          <p:nvPr/>
        </p:nvSpPr>
        <p:spPr>
          <a:xfrm>
            <a:off x="13846629" y="667392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A5EA9DD-F532-E844-9109-9810BD2F6D66}"/>
              </a:ext>
            </a:extLst>
          </p:cNvPr>
          <p:cNvSpPr txBox="1"/>
          <p:nvPr/>
        </p:nvSpPr>
        <p:spPr>
          <a:xfrm>
            <a:off x="1" y="841487"/>
            <a:ext cx="5890162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Spark was initially started by </a:t>
            </a:r>
            <a:r>
              <a:rPr lang="en-US" sz="1400" dirty="0" err="1"/>
              <a:t>Matei</a:t>
            </a:r>
            <a:r>
              <a:rPr lang="en-US" sz="1400" dirty="0"/>
              <a:t> </a:t>
            </a:r>
            <a:r>
              <a:rPr lang="en-US" sz="1400" dirty="0" err="1"/>
              <a:t>Zaharia</a:t>
            </a:r>
            <a:r>
              <a:rPr lang="en-US" sz="1400" dirty="0"/>
              <a:t> at UC Berkeley's </a:t>
            </a:r>
            <a:r>
              <a:rPr lang="en-US" sz="1400" dirty="0" err="1"/>
              <a:t>AMPLab</a:t>
            </a:r>
            <a:r>
              <a:rPr lang="en-US" sz="1400" dirty="0"/>
              <a:t> in 2009, </a:t>
            </a:r>
          </a:p>
          <a:p>
            <a:r>
              <a:rPr lang="en-US" sz="1400" dirty="0"/>
              <a:t>and open sourced in 2010 under a BSD license.</a:t>
            </a:r>
          </a:p>
          <a:p>
            <a:endParaRPr lang="en-US" sz="1400" dirty="0"/>
          </a:p>
          <a:p>
            <a:r>
              <a:rPr lang="en-US" sz="1400" dirty="0"/>
              <a:t>In 2013: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the project was donated to the Apache Software Foundation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Databricks was formed </a:t>
            </a:r>
          </a:p>
          <a:p>
            <a:endParaRPr lang="en-US" sz="1400" dirty="0"/>
          </a:p>
          <a:p>
            <a:r>
              <a:rPr lang="en-US" sz="1400" dirty="0"/>
              <a:t> - </a:t>
            </a:r>
            <a:r>
              <a:rPr lang="en-US" sz="1400" dirty="0">
                <a:hlinkClick r:id="rId2"/>
              </a:rPr>
              <a:t>https://logz.io/blog/hadoop-vs-spark/</a:t>
            </a:r>
            <a:r>
              <a:rPr lang="en-US" sz="1400" dirty="0"/>
              <a:t> </a:t>
            </a:r>
          </a:p>
          <a:p>
            <a:r>
              <a:rPr lang="en-US" sz="1400" dirty="0"/>
              <a:t> - </a:t>
            </a:r>
            <a:r>
              <a:rPr lang="en-US" sz="1400" dirty="0">
                <a:hlinkClick r:id="rId3"/>
              </a:rPr>
              <a:t>https://en.wikipedia.org/wiki/Apache_Spark</a:t>
            </a:r>
            <a:endParaRPr lang="en-US" sz="1400" dirty="0"/>
          </a:p>
          <a:p>
            <a:r>
              <a:rPr lang="en-US" sz="1400" dirty="0"/>
              <a:t> - </a:t>
            </a:r>
            <a:r>
              <a:rPr lang="en-US" sz="1400" dirty="0">
                <a:hlinkClick r:id="rId4"/>
              </a:rPr>
              <a:t>https://en.wikipedia.org/wiki/Databricks</a:t>
            </a:r>
            <a:r>
              <a:rPr lang="en-US" sz="1400" dirty="0"/>
              <a:t> </a:t>
            </a:r>
          </a:p>
          <a:p>
            <a:r>
              <a:rPr lang="en-US" sz="1400" dirty="0"/>
              <a:t> - </a:t>
            </a:r>
            <a:r>
              <a:rPr lang="en-US" sz="1400" dirty="0">
                <a:hlinkClick r:id="rId5"/>
              </a:rPr>
              <a:t>http://spark.apache.org/docs/latest/</a:t>
            </a:r>
            <a:r>
              <a:rPr lang="en-US" sz="1400" dirty="0"/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FD36521-7E78-5C4C-B673-4C979D2B0018}"/>
              </a:ext>
            </a:extLst>
          </p:cNvPr>
          <p:cNvSpPr txBox="1"/>
          <p:nvPr/>
        </p:nvSpPr>
        <p:spPr>
          <a:xfrm>
            <a:off x="10336007" y="2175467"/>
            <a:ext cx="1563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Matei</a:t>
            </a:r>
            <a:r>
              <a:rPr lang="en-US" dirty="0"/>
              <a:t> </a:t>
            </a:r>
            <a:r>
              <a:rPr lang="en-US" dirty="0" err="1"/>
              <a:t>Zaharia</a:t>
            </a:r>
            <a:endParaRPr lang="en-US" dirty="0"/>
          </a:p>
        </p:txBody>
      </p:sp>
      <p:pic>
        <p:nvPicPr>
          <p:cNvPr id="8" name="Picture 2" descr="Matei Zaharia">
            <a:extLst>
              <a:ext uri="{FF2B5EF4-FFF2-40B4-BE49-F238E27FC236}">
                <a16:creationId xmlns:a16="http://schemas.microsoft.com/office/drawing/2014/main" id="{6EF332AD-6AB4-2440-8E7A-1564C721CE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79559" y="160531"/>
            <a:ext cx="1714520" cy="19991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00256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1124</TotalTime>
  <Words>100</Words>
  <Application>Microsoft Macintosh PowerPoint</Application>
  <PresentationFormat>Widescreen</PresentationFormat>
  <Paragraphs>13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Lev Selector</dc:creator>
  <cp:lastModifiedBy>Lev Selector</cp:lastModifiedBy>
  <cp:revision>150</cp:revision>
  <dcterms:created xsi:type="dcterms:W3CDTF">2018-10-10T17:24:46Z</dcterms:created>
  <dcterms:modified xsi:type="dcterms:W3CDTF">2021-03-26T02:36:07Z</dcterms:modified>
</cp:coreProperties>
</file>