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61" r:id="rId3"/>
    <p:sldId id="262" r:id="rId4"/>
    <p:sldId id="257" r:id="rId5"/>
    <p:sldId id="258" r:id="rId6"/>
    <p:sldId id="264" r:id="rId7"/>
    <p:sldId id="263" r:id="rId8"/>
    <p:sldId id="259"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84FAB2-473F-104F-A92F-732E8D54AA24}" v="1" dt="2019-08-05T17:47:01.8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95"/>
    <p:restoredTop sz="94687"/>
  </p:normalViewPr>
  <p:slideViewPr>
    <p:cSldViewPr snapToGrid="0" snapToObjects="1">
      <p:cViewPr varScale="1">
        <p:scale>
          <a:sx n="109" d="100"/>
          <a:sy n="109" d="100"/>
        </p:scale>
        <p:origin x="20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v Selector" userId="314cf8c1-d356-4160-b242-72dee3bb7a46" providerId="ADAL" clId="{4A2EED6F-F6F3-E84D-AB7E-543A4DCD1B22}"/>
    <pc:docChg chg="undo custSel addSld delSld modSld sldOrd">
      <pc:chgData name="Lev Selector" userId="314cf8c1-d356-4160-b242-72dee3bb7a46" providerId="ADAL" clId="{4A2EED6F-F6F3-E84D-AB7E-543A4DCD1B22}" dt="2019-06-24T22:33:27.475" v="4325" actId="1038"/>
      <pc:docMkLst>
        <pc:docMk/>
      </pc:docMkLst>
      <pc:sldChg chg="addSp delSp modSp">
        <pc:chgData name="Lev Selector" userId="314cf8c1-d356-4160-b242-72dee3bb7a46" providerId="ADAL" clId="{4A2EED6F-F6F3-E84D-AB7E-543A4DCD1B22}" dt="2019-06-24T21:03:08.029" v="2806" actId="113"/>
        <pc:sldMkLst>
          <pc:docMk/>
          <pc:sldMk cId="0" sldId="256"/>
        </pc:sldMkLst>
        <pc:spChg chg="add mod">
          <ac:chgData name="Lev Selector" userId="314cf8c1-d356-4160-b242-72dee3bb7a46" providerId="ADAL" clId="{4A2EED6F-F6F3-E84D-AB7E-543A4DCD1B22}" dt="2019-06-24T21:03:08.029" v="2806" actId="113"/>
          <ac:spMkLst>
            <pc:docMk/>
            <pc:sldMk cId="0" sldId="256"/>
            <ac:spMk id="2" creationId="{798864B3-D28E-C946-8FCE-C6042459B522}"/>
          </ac:spMkLst>
        </pc:spChg>
        <pc:spChg chg="mod">
          <ac:chgData name="Lev Selector" userId="314cf8c1-d356-4160-b242-72dee3bb7a46" providerId="ADAL" clId="{4A2EED6F-F6F3-E84D-AB7E-543A4DCD1B22}" dt="2019-06-24T19:32:29.904" v="1045" actId="14100"/>
          <ac:spMkLst>
            <pc:docMk/>
            <pc:sldMk cId="0" sldId="256"/>
            <ac:spMk id="88" creationId="{00000000-0000-0000-0000-000000000000}"/>
          </ac:spMkLst>
        </pc:spChg>
        <pc:spChg chg="del">
          <ac:chgData name="Lev Selector" userId="314cf8c1-d356-4160-b242-72dee3bb7a46" providerId="ADAL" clId="{4A2EED6F-F6F3-E84D-AB7E-543A4DCD1B22}" dt="2019-06-24T19:21:30.140" v="1" actId="478"/>
          <ac:spMkLst>
            <pc:docMk/>
            <pc:sldMk cId="0" sldId="256"/>
            <ac:spMk id="90" creationId="{00000000-0000-0000-0000-000000000000}"/>
          </ac:spMkLst>
        </pc:spChg>
        <pc:picChg chg="del">
          <ac:chgData name="Lev Selector" userId="314cf8c1-d356-4160-b242-72dee3bb7a46" providerId="ADAL" clId="{4A2EED6F-F6F3-E84D-AB7E-543A4DCD1B22}" dt="2019-06-24T19:21:30.140" v="1" actId="478"/>
          <ac:picMkLst>
            <pc:docMk/>
            <pc:sldMk cId="0" sldId="256"/>
            <ac:picMk id="89" creationId="{00000000-0000-0000-0000-000000000000}"/>
          </ac:picMkLst>
        </pc:picChg>
      </pc:sldChg>
      <pc:sldChg chg="addSp delSp modSp">
        <pc:chgData name="Lev Selector" userId="314cf8c1-d356-4160-b242-72dee3bb7a46" providerId="ADAL" clId="{4A2EED6F-F6F3-E84D-AB7E-543A4DCD1B22}" dt="2019-06-24T22:02:46.275" v="3686" actId="20577"/>
        <pc:sldMkLst>
          <pc:docMk/>
          <pc:sldMk cId="0" sldId="257"/>
        </pc:sldMkLst>
        <pc:spChg chg="mod">
          <ac:chgData name="Lev Selector" userId="314cf8c1-d356-4160-b242-72dee3bb7a46" providerId="ADAL" clId="{4A2EED6F-F6F3-E84D-AB7E-543A4DCD1B22}" dt="2019-06-24T22:02:46.275" v="3686" actId="20577"/>
          <ac:spMkLst>
            <pc:docMk/>
            <pc:sldMk cId="0" sldId="257"/>
            <ac:spMk id="95" creationId="{00000000-0000-0000-0000-000000000000}"/>
          </ac:spMkLst>
        </pc:spChg>
        <pc:spChg chg="del mod">
          <ac:chgData name="Lev Selector" userId="314cf8c1-d356-4160-b242-72dee3bb7a46" providerId="ADAL" clId="{4A2EED6F-F6F3-E84D-AB7E-543A4DCD1B22}" dt="2019-06-24T20:11:45.162" v="1855"/>
          <ac:spMkLst>
            <pc:docMk/>
            <pc:sldMk cId="0" sldId="257"/>
            <ac:spMk id="99" creationId="{00000000-0000-0000-0000-000000000000}"/>
          </ac:spMkLst>
        </pc:spChg>
        <pc:picChg chg="add mod">
          <ac:chgData name="Lev Selector" userId="314cf8c1-d356-4160-b242-72dee3bb7a46" providerId="ADAL" clId="{4A2EED6F-F6F3-E84D-AB7E-543A4DCD1B22}" dt="2019-06-24T20:14:58.401" v="1867" actId="1076"/>
          <ac:picMkLst>
            <pc:docMk/>
            <pc:sldMk cId="0" sldId="257"/>
            <ac:picMk id="2" creationId="{1E527F17-E84E-E846-AF96-56820D75E80B}"/>
          </ac:picMkLst>
        </pc:picChg>
        <pc:picChg chg="add mod">
          <ac:chgData name="Lev Selector" userId="314cf8c1-d356-4160-b242-72dee3bb7a46" providerId="ADAL" clId="{4A2EED6F-F6F3-E84D-AB7E-543A4DCD1B22}" dt="2019-06-24T21:24:10.852" v="3205" actId="1076"/>
          <ac:picMkLst>
            <pc:docMk/>
            <pc:sldMk cId="0" sldId="257"/>
            <ac:picMk id="3" creationId="{3A1770D4-8E7C-9445-BB4C-26DEC612CE96}"/>
          </ac:picMkLst>
        </pc:picChg>
        <pc:picChg chg="del mod">
          <ac:chgData name="Lev Selector" userId="314cf8c1-d356-4160-b242-72dee3bb7a46" providerId="ADAL" clId="{4A2EED6F-F6F3-E84D-AB7E-543A4DCD1B22}" dt="2019-06-24T20:11:45.162" v="1855"/>
          <ac:picMkLst>
            <pc:docMk/>
            <pc:sldMk cId="0" sldId="257"/>
            <ac:picMk id="96" creationId="{00000000-0000-0000-0000-000000000000}"/>
          </ac:picMkLst>
        </pc:picChg>
        <pc:picChg chg="del">
          <ac:chgData name="Lev Selector" userId="314cf8c1-d356-4160-b242-72dee3bb7a46" providerId="ADAL" clId="{4A2EED6F-F6F3-E84D-AB7E-543A4DCD1B22}" dt="2019-06-24T20:08:29.940" v="1757" actId="478"/>
          <ac:picMkLst>
            <pc:docMk/>
            <pc:sldMk cId="0" sldId="257"/>
            <ac:picMk id="97" creationId="{00000000-0000-0000-0000-000000000000}"/>
          </ac:picMkLst>
        </pc:picChg>
        <pc:picChg chg="del">
          <ac:chgData name="Lev Selector" userId="314cf8c1-d356-4160-b242-72dee3bb7a46" providerId="ADAL" clId="{4A2EED6F-F6F3-E84D-AB7E-543A4DCD1B22}" dt="2019-06-24T20:08:30.899" v="1758" actId="478"/>
          <ac:picMkLst>
            <pc:docMk/>
            <pc:sldMk cId="0" sldId="257"/>
            <ac:picMk id="98" creationId="{00000000-0000-0000-0000-000000000000}"/>
          </ac:picMkLst>
        </pc:picChg>
      </pc:sldChg>
      <pc:sldChg chg="addSp delSp modSp">
        <pc:chgData name="Lev Selector" userId="314cf8c1-d356-4160-b242-72dee3bb7a46" providerId="ADAL" clId="{4A2EED6F-F6F3-E84D-AB7E-543A4DCD1B22}" dt="2019-06-24T22:03:48.200" v="3717" actId="20577"/>
        <pc:sldMkLst>
          <pc:docMk/>
          <pc:sldMk cId="0" sldId="258"/>
        </pc:sldMkLst>
        <pc:spChg chg="add mod">
          <ac:chgData name="Lev Selector" userId="314cf8c1-d356-4160-b242-72dee3bb7a46" providerId="ADAL" clId="{4A2EED6F-F6F3-E84D-AB7E-543A4DCD1B22}" dt="2019-06-24T20:58:20.204" v="2736" actId="20577"/>
          <ac:spMkLst>
            <pc:docMk/>
            <pc:sldMk cId="0" sldId="258"/>
            <ac:spMk id="6" creationId="{C4B05C5E-3DE0-AF4C-85D2-84229E14D805}"/>
          </ac:spMkLst>
        </pc:spChg>
        <pc:spChg chg="mod">
          <ac:chgData name="Lev Selector" userId="314cf8c1-d356-4160-b242-72dee3bb7a46" providerId="ADAL" clId="{4A2EED6F-F6F3-E84D-AB7E-543A4DCD1B22}" dt="2019-06-24T22:03:48.200" v="3717" actId="20577"/>
          <ac:spMkLst>
            <pc:docMk/>
            <pc:sldMk cId="0" sldId="258"/>
            <ac:spMk id="104" creationId="{00000000-0000-0000-0000-000000000000}"/>
          </ac:spMkLst>
        </pc:spChg>
        <pc:picChg chg="add mod">
          <ac:chgData name="Lev Selector" userId="314cf8c1-d356-4160-b242-72dee3bb7a46" providerId="ADAL" clId="{4A2EED6F-F6F3-E84D-AB7E-543A4DCD1B22}" dt="2019-06-24T20:58:23.746" v="2737" actId="1076"/>
          <ac:picMkLst>
            <pc:docMk/>
            <pc:sldMk cId="0" sldId="258"/>
            <ac:picMk id="2" creationId="{8993693C-0F3A-804B-9BB8-F9E34878B6C6}"/>
          </ac:picMkLst>
        </pc:picChg>
        <pc:picChg chg="add mod">
          <ac:chgData name="Lev Selector" userId="314cf8c1-d356-4160-b242-72dee3bb7a46" providerId="ADAL" clId="{4A2EED6F-F6F3-E84D-AB7E-543A4DCD1B22}" dt="2019-06-24T20:57:45.938" v="2726" actId="1076"/>
          <ac:picMkLst>
            <pc:docMk/>
            <pc:sldMk cId="0" sldId="258"/>
            <ac:picMk id="5" creationId="{43FCCCFC-3C64-254C-94C8-2587F2161CCA}"/>
          </ac:picMkLst>
        </pc:picChg>
        <pc:picChg chg="del">
          <ac:chgData name="Lev Selector" userId="314cf8c1-d356-4160-b242-72dee3bb7a46" providerId="ADAL" clId="{4A2EED6F-F6F3-E84D-AB7E-543A4DCD1B22}" dt="2019-06-24T20:11:17.427" v="1851" actId="478"/>
          <ac:picMkLst>
            <pc:docMk/>
            <pc:sldMk cId="0" sldId="258"/>
            <ac:picMk id="105" creationId="{00000000-0000-0000-0000-000000000000}"/>
          </ac:picMkLst>
        </pc:picChg>
      </pc:sldChg>
      <pc:sldChg chg="delSp modSp">
        <pc:chgData name="Lev Selector" userId="314cf8c1-d356-4160-b242-72dee3bb7a46" providerId="ADAL" clId="{4A2EED6F-F6F3-E84D-AB7E-543A4DCD1B22}" dt="2019-06-24T22:33:27.475" v="4325" actId="1038"/>
        <pc:sldMkLst>
          <pc:docMk/>
          <pc:sldMk cId="0" sldId="259"/>
        </pc:sldMkLst>
        <pc:spChg chg="mod">
          <ac:chgData name="Lev Selector" userId="314cf8c1-d356-4160-b242-72dee3bb7a46" providerId="ADAL" clId="{4A2EED6F-F6F3-E84D-AB7E-543A4DCD1B22}" dt="2019-06-24T22:33:27.475" v="4325" actId="1038"/>
          <ac:spMkLst>
            <pc:docMk/>
            <pc:sldMk cId="0" sldId="259"/>
            <ac:spMk id="110" creationId="{00000000-0000-0000-0000-000000000000}"/>
          </ac:spMkLst>
        </pc:spChg>
        <pc:picChg chg="del">
          <ac:chgData name="Lev Selector" userId="314cf8c1-d356-4160-b242-72dee3bb7a46" providerId="ADAL" clId="{4A2EED6F-F6F3-E84D-AB7E-543A4DCD1B22}" dt="2019-06-24T22:20:44.869" v="3846" actId="478"/>
          <ac:picMkLst>
            <pc:docMk/>
            <pc:sldMk cId="0" sldId="259"/>
            <ac:picMk id="111" creationId="{00000000-0000-0000-0000-000000000000}"/>
          </ac:picMkLst>
        </pc:picChg>
        <pc:cxnChg chg="del">
          <ac:chgData name="Lev Selector" userId="314cf8c1-d356-4160-b242-72dee3bb7a46" providerId="ADAL" clId="{4A2EED6F-F6F3-E84D-AB7E-543A4DCD1B22}" dt="2019-06-24T22:21:04.244" v="3847" actId="478"/>
          <ac:cxnSpMkLst>
            <pc:docMk/>
            <pc:sldMk cId="0" sldId="259"/>
            <ac:cxnSpMk id="112" creationId="{00000000-0000-0000-0000-000000000000}"/>
          </ac:cxnSpMkLst>
        </pc:cxnChg>
      </pc:sldChg>
      <pc:sldChg chg="modSp add">
        <pc:chgData name="Lev Selector" userId="314cf8c1-d356-4160-b242-72dee3bb7a46" providerId="ADAL" clId="{4A2EED6F-F6F3-E84D-AB7E-543A4DCD1B22}" dt="2019-06-24T21:03:20.371" v="2807" actId="1076"/>
        <pc:sldMkLst>
          <pc:docMk/>
          <pc:sldMk cId="3495351772" sldId="261"/>
        </pc:sldMkLst>
        <pc:picChg chg="mod">
          <ac:chgData name="Lev Selector" userId="314cf8c1-d356-4160-b242-72dee3bb7a46" providerId="ADAL" clId="{4A2EED6F-F6F3-E84D-AB7E-543A4DCD1B22}" dt="2019-06-24T21:03:20.371" v="2807" actId="1076"/>
          <ac:picMkLst>
            <pc:docMk/>
            <pc:sldMk cId="3495351772" sldId="261"/>
            <ac:picMk id="89" creationId="{00000000-0000-0000-0000-000000000000}"/>
          </ac:picMkLst>
        </pc:picChg>
      </pc:sldChg>
      <pc:sldChg chg="addSp delSp modSp add">
        <pc:chgData name="Lev Selector" userId="314cf8c1-d356-4160-b242-72dee3bb7a46" providerId="ADAL" clId="{4A2EED6F-F6F3-E84D-AB7E-543A4DCD1B22}" dt="2019-06-24T21:54:43.205" v="3350" actId="14100"/>
        <pc:sldMkLst>
          <pc:docMk/>
          <pc:sldMk cId="1493861754" sldId="262"/>
        </pc:sldMkLst>
        <pc:spChg chg="add mod">
          <ac:chgData name="Lev Selector" userId="314cf8c1-d356-4160-b242-72dee3bb7a46" providerId="ADAL" clId="{4A2EED6F-F6F3-E84D-AB7E-543A4DCD1B22}" dt="2019-06-24T21:54:43.205" v="3350" actId="14100"/>
          <ac:spMkLst>
            <pc:docMk/>
            <pc:sldMk cId="1493861754" sldId="262"/>
            <ac:spMk id="4" creationId="{ADEA79D9-43B0-9F43-B435-414DCA25ABCF}"/>
          </ac:spMkLst>
        </pc:spChg>
        <pc:spChg chg="add del mod">
          <ac:chgData name="Lev Selector" userId="314cf8c1-d356-4160-b242-72dee3bb7a46" providerId="ADAL" clId="{4A2EED6F-F6F3-E84D-AB7E-543A4DCD1B22}" dt="2019-06-24T21:12:37.341" v="2822" actId="478"/>
          <ac:spMkLst>
            <pc:docMk/>
            <pc:sldMk cId="1493861754" sldId="262"/>
            <ac:spMk id="5" creationId="{68AA9A20-D33F-B04D-9310-65D6973F722F}"/>
          </ac:spMkLst>
        </pc:spChg>
        <pc:spChg chg="add mod">
          <ac:chgData name="Lev Selector" userId="314cf8c1-d356-4160-b242-72dee3bb7a46" providerId="ADAL" clId="{4A2EED6F-F6F3-E84D-AB7E-543A4DCD1B22}" dt="2019-06-24T20:04:14.864" v="1690" actId="20577"/>
          <ac:spMkLst>
            <pc:docMk/>
            <pc:sldMk cId="1493861754" sldId="262"/>
            <ac:spMk id="8" creationId="{BF3085B9-B6F3-794C-A977-0C0731C6B4C8}"/>
          </ac:spMkLst>
        </pc:spChg>
        <pc:spChg chg="add mod">
          <ac:chgData name="Lev Selector" userId="314cf8c1-d356-4160-b242-72dee3bb7a46" providerId="ADAL" clId="{4A2EED6F-F6F3-E84D-AB7E-543A4DCD1B22}" dt="2019-06-24T21:30:36.555" v="3211" actId="20577"/>
          <ac:spMkLst>
            <pc:docMk/>
            <pc:sldMk cId="1493861754" sldId="262"/>
            <ac:spMk id="12" creationId="{8EF03599-CC6E-5C41-BDC8-9C8619CC9404}"/>
          </ac:spMkLst>
        </pc:spChg>
        <pc:spChg chg="add mod">
          <ac:chgData name="Lev Selector" userId="314cf8c1-d356-4160-b242-72dee3bb7a46" providerId="ADAL" clId="{4A2EED6F-F6F3-E84D-AB7E-543A4DCD1B22}" dt="2019-06-24T21:32:00.373" v="3232" actId="14100"/>
          <ac:spMkLst>
            <pc:docMk/>
            <pc:sldMk cId="1493861754" sldId="262"/>
            <ac:spMk id="13" creationId="{9976003F-B313-754B-BBC5-287A31E9B74C}"/>
          </ac:spMkLst>
        </pc:spChg>
        <pc:spChg chg="add mod">
          <ac:chgData name="Lev Selector" userId="314cf8c1-d356-4160-b242-72dee3bb7a46" providerId="ADAL" clId="{4A2EED6F-F6F3-E84D-AB7E-543A4DCD1B22}" dt="2019-06-24T21:30:54.029" v="3216" actId="14100"/>
          <ac:spMkLst>
            <pc:docMk/>
            <pc:sldMk cId="1493861754" sldId="262"/>
            <ac:spMk id="15" creationId="{8D1D9786-9992-0C4E-8E22-CA6385735496}"/>
          </ac:spMkLst>
        </pc:spChg>
        <pc:spChg chg="add mod">
          <ac:chgData name="Lev Selector" userId="314cf8c1-d356-4160-b242-72dee3bb7a46" providerId="ADAL" clId="{4A2EED6F-F6F3-E84D-AB7E-543A4DCD1B22}" dt="2019-06-24T21:40:21.831" v="3294" actId="20577"/>
          <ac:spMkLst>
            <pc:docMk/>
            <pc:sldMk cId="1493861754" sldId="262"/>
            <ac:spMk id="17" creationId="{24B48AC9-E576-E744-92B2-E763E1447DA2}"/>
          </ac:spMkLst>
        </pc:spChg>
        <pc:spChg chg="add mod">
          <ac:chgData name="Lev Selector" userId="314cf8c1-d356-4160-b242-72dee3bb7a46" providerId="ADAL" clId="{4A2EED6F-F6F3-E84D-AB7E-543A4DCD1B22}" dt="2019-06-24T21:12:19.547" v="2819" actId="1076"/>
          <ac:spMkLst>
            <pc:docMk/>
            <pc:sldMk cId="1493861754" sldId="262"/>
            <ac:spMk id="19" creationId="{6B060C38-A1E7-6046-9D7C-007896BBF9F8}"/>
          </ac:spMkLst>
        </pc:spChg>
        <pc:spChg chg="add mod">
          <ac:chgData name="Lev Selector" userId="314cf8c1-d356-4160-b242-72dee3bb7a46" providerId="ADAL" clId="{4A2EED6F-F6F3-E84D-AB7E-543A4DCD1B22}" dt="2019-06-24T20:06:06.393" v="1743" actId="1076"/>
          <ac:spMkLst>
            <pc:docMk/>
            <pc:sldMk cId="1493861754" sldId="262"/>
            <ac:spMk id="21" creationId="{1728BC4D-516C-0D4D-B65D-D369E3647149}"/>
          </ac:spMkLst>
        </pc:spChg>
        <pc:spChg chg="del mod">
          <ac:chgData name="Lev Selector" userId="314cf8c1-d356-4160-b242-72dee3bb7a46" providerId="ADAL" clId="{4A2EED6F-F6F3-E84D-AB7E-543A4DCD1B22}" dt="2019-06-24T19:35:28.152" v="1065" actId="478"/>
          <ac:spMkLst>
            <pc:docMk/>
            <pc:sldMk cId="1493861754" sldId="262"/>
            <ac:spMk id="88" creationId="{00000000-0000-0000-0000-000000000000}"/>
          </ac:spMkLst>
        </pc:spChg>
        <pc:spChg chg="del">
          <ac:chgData name="Lev Selector" userId="314cf8c1-d356-4160-b242-72dee3bb7a46" providerId="ADAL" clId="{4A2EED6F-F6F3-E84D-AB7E-543A4DCD1B22}" dt="2019-06-24T19:33:16.120" v="1048" actId="478"/>
          <ac:spMkLst>
            <pc:docMk/>
            <pc:sldMk cId="1493861754" sldId="262"/>
            <ac:spMk id="90" creationId="{00000000-0000-0000-0000-000000000000}"/>
          </ac:spMkLst>
        </pc:spChg>
        <pc:picChg chg="add mod modCrop">
          <ac:chgData name="Lev Selector" userId="314cf8c1-d356-4160-b242-72dee3bb7a46" providerId="ADAL" clId="{4A2EED6F-F6F3-E84D-AB7E-543A4DCD1B22}" dt="2019-06-24T21:09:52.347" v="2815" actId="1076"/>
          <ac:picMkLst>
            <pc:docMk/>
            <pc:sldMk cId="1493861754" sldId="262"/>
            <ac:picMk id="2" creationId="{2C2EE3D6-5661-E043-8FBF-61E1B832D2AB}"/>
          </ac:picMkLst>
        </pc:picChg>
        <pc:picChg chg="add del mod">
          <ac:chgData name="Lev Selector" userId="314cf8c1-d356-4160-b242-72dee3bb7a46" providerId="ADAL" clId="{4A2EED6F-F6F3-E84D-AB7E-543A4DCD1B22}" dt="2019-06-24T19:34:35.719" v="1053" actId="478"/>
          <ac:picMkLst>
            <pc:docMk/>
            <pc:sldMk cId="1493861754" sldId="262"/>
            <ac:picMk id="2" creationId="{7A78BDF3-69E4-A249-B6C8-69FDDAC50860}"/>
          </ac:picMkLst>
        </pc:picChg>
        <pc:picChg chg="add mod">
          <ac:chgData name="Lev Selector" userId="314cf8c1-d356-4160-b242-72dee3bb7a46" providerId="ADAL" clId="{4A2EED6F-F6F3-E84D-AB7E-543A4DCD1B22}" dt="2019-06-24T20:06:23.433" v="1745" actId="14100"/>
          <ac:picMkLst>
            <pc:docMk/>
            <pc:sldMk cId="1493861754" sldId="262"/>
            <ac:picMk id="3" creationId="{9BF7A372-4D94-D94C-87E4-5827F75CB1D9}"/>
          </ac:picMkLst>
        </pc:picChg>
        <pc:picChg chg="add del mod">
          <ac:chgData name="Lev Selector" userId="314cf8c1-d356-4160-b242-72dee3bb7a46" providerId="ADAL" clId="{4A2EED6F-F6F3-E84D-AB7E-543A4DCD1B22}" dt="2019-06-24T19:38:35.623" v="1147" actId="478"/>
          <ac:picMkLst>
            <pc:docMk/>
            <pc:sldMk cId="1493861754" sldId="262"/>
            <ac:picMk id="6" creationId="{73099D21-812F-5749-B378-4107FFA5877C}"/>
          </ac:picMkLst>
        </pc:picChg>
        <pc:picChg chg="add del mod">
          <ac:chgData name="Lev Selector" userId="314cf8c1-d356-4160-b242-72dee3bb7a46" providerId="ADAL" clId="{4A2EED6F-F6F3-E84D-AB7E-543A4DCD1B22}" dt="2019-06-24T21:09:26.300" v="2810" actId="478"/>
          <ac:picMkLst>
            <pc:docMk/>
            <pc:sldMk cId="1493861754" sldId="262"/>
            <ac:picMk id="7" creationId="{041A6EEC-3171-4B4D-861B-69354A379D5A}"/>
          </ac:picMkLst>
        </pc:picChg>
        <pc:picChg chg="add mod">
          <ac:chgData name="Lev Selector" userId="314cf8c1-d356-4160-b242-72dee3bb7a46" providerId="ADAL" clId="{4A2EED6F-F6F3-E84D-AB7E-543A4DCD1B22}" dt="2019-06-24T20:03:15.224" v="1673" actId="1076"/>
          <ac:picMkLst>
            <pc:docMk/>
            <pc:sldMk cId="1493861754" sldId="262"/>
            <ac:picMk id="9" creationId="{9657D343-0D10-B643-8FC6-142FD1E7E02A}"/>
          </ac:picMkLst>
        </pc:picChg>
        <pc:picChg chg="add mod">
          <ac:chgData name="Lev Selector" userId="314cf8c1-d356-4160-b242-72dee3bb7a46" providerId="ADAL" clId="{4A2EED6F-F6F3-E84D-AB7E-543A4DCD1B22}" dt="2019-06-24T20:03:27.400" v="1678" actId="1076"/>
          <ac:picMkLst>
            <pc:docMk/>
            <pc:sldMk cId="1493861754" sldId="262"/>
            <ac:picMk id="10" creationId="{326D1703-96EA-C849-9B11-015AED550725}"/>
          </ac:picMkLst>
        </pc:picChg>
        <pc:picChg chg="add del mod">
          <ac:chgData name="Lev Selector" userId="314cf8c1-d356-4160-b242-72dee3bb7a46" providerId="ADAL" clId="{4A2EED6F-F6F3-E84D-AB7E-543A4DCD1B22}" dt="2019-06-24T21:31:48.009" v="3228" actId="478"/>
          <ac:picMkLst>
            <pc:docMk/>
            <pc:sldMk cId="1493861754" sldId="262"/>
            <ac:picMk id="11" creationId="{01262A8D-96D7-D14D-8FCC-21E080FF3723}"/>
          </ac:picMkLst>
        </pc:picChg>
        <pc:picChg chg="add mod">
          <ac:chgData name="Lev Selector" userId="314cf8c1-d356-4160-b242-72dee3bb7a46" providerId="ADAL" clId="{4A2EED6F-F6F3-E84D-AB7E-543A4DCD1B22}" dt="2019-06-24T19:54:03.201" v="1520" actId="1076"/>
          <ac:picMkLst>
            <pc:docMk/>
            <pc:sldMk cId="1493861754" sldId="262"/>
            <ac:picMk id="14" creationId="{E0CEFCA8-4B98-AD4F-9479-0B10FFB0BF87}"/>
          </ac:picMkLst>
        </pc:picChg>
        <pc:picChg chg="add mod">
          <ac:chgData name="Lev Selector" userId="314cf8c1-d356-4160-b242-72dee3bb7a46" providerId="ADAL" clId="{4A2EED6F-F6F3-E84D-AB7E-543A4DCD1B22}" dt="2019-06-24T20:06:06.393" v="1743" actId="1076"/>
          <ac:picMkLst>
            <pc:docMk/>
            <pc:sldMk cId="1493861754" sldId="262"/>
            <ac:picMk id="16" creationId="{5F78D0F1-9A08-5D4A-97BB-81222779742C}"/>
          </ac:picMkLst>
        </pc:picChg>
        <pc:picChg chg="add mod">
          <ac:chgData name="Lev Selector" userId="314cf8c1-d356-4160-b242-72dee3bb7a46" providerId="ADAL" clId="{4A2EED6F-F6F3-E84D-AB7E-543A4DCD1B22}" dt="2019-06-24T21:39:06.484" v="3280" actId="1076"/>
          <ac:picMkLst>
            <pc:docMk/>
            <pc:sldMk cId="1493861754" sldId="262"/>
            <ac:picMk id="18" creationId="{C5D8B940-76B6-9340-B562-0C49BF2B99BF}"/>
          </ac:picMkLst>
        </pc:picChg>
        <pc:picChg chg="add mod modCrop">
          <ac:chgData name="Lev Selector" userId="314cf8c1-d356-4160-b242-72dee3bb7a46" providerId="ADAL" clId="{4A2EED6F-F6F3-E84D-AB7E-543A4DCD1B22}" dt="2019-06-24T21:31:53.180" v="3230" actId="14100"/>
          <ac:picMkLst>
            <pc:docMk/>
            <pc:sldMk cId="1493861754" sldId="262"/>
            <ac:picMk id="22" creationId="{C12C7018-A64D-3843-A3D7-B3887AEA88BC}"/>
          </ac:picMkLst>
        </pc:picChg>
        <pc:picChg chg="del">
          <ac:chgData name="Lev Selector" userId="314cf8c1-d356-4160-b242-72dee3bb7a46" providerId="ADAL" clId="{4A2EED6F-F6F3-E84D-AB7E-543A4DCD1B22}" dt="2019-06-24T19:33:13.992" v="1047" actId="478"/>
          <ac:picMkLst>
            <pc:docMk/>
            <pc:sldMk cId="1493861754" sldId="262"/>
            <ac:picMk id="89" creationId="{00000000-0000-0000-0000-000000000000}"/>
          </ac:picMkLst>
        </pc:picChg>
        <pc:cxnChg chg="add mod">
          <ac:chgData name="Lev Selector" userId="314cf8c1-d356-4160-b242-72dee3bb7a46" providerId="ADAL" clId="{4A2EED6F-F6F3-E84D-AB7E-543A4DCD1B22}" dt="2019-06-24T21:33:15.563" v="3246" actId="1035"/>
          <ac:cxnSpMkLst>
            <pc:docMk/>
            <pc:sldMk cId="1493861754" sldId="262"/>
            <ac:cxnSpMk id="20" creationId="{CCDDB316-63C9-4141-9D55-33BA0E490EA9}"/>
          </ac:cxnSpMkLst>
        </pc:cxnChg>
      </pc:sldChg>
      <pc:sldChg chg="addSp delSp modSp add">
        <pc:chgData name="Lev Selector" userId="314cf8c1-d356-4160-b242-72dee3bb7a46" providerId="ADAL" clId="{4A2EED6F-F6F3-E84D-AB7E-543A4DCD1B22}" dt="2019-06-24T21:43:01.598" v="3329" actId="14100"/>
        <pc:sldMkLst>
          <pc:docMk/>
          <pc:sldMk cId="1559259053" sldId="263"/>
        </pc:sldMkLst>
        <pc:spChg chg="add mod">
          <ac:chgData name="Lev Selector" userId="314cf8c1-d356-4160-b242-72dee3bb7a46" providerId="ADAL" clId="{4A2EED6F-F6F3-E84D-AB7E-543A4DCD1B22}" dt="2019-06-24T21:42:23.484" v="3322" actId="1076"/>
          <ac:spMkLst>
            <pc:docMk/>
            <pc:sldMk cId="1559259053" sldId="263"/>
            <ac:spMk id="2" creationId="{A6BA54C2-0DD1-264C-BA80-A4B1315D134C}"/>
          </ac:spMkLst>
        </pc:spChg>
        <pc:spChg chg="del">
          <ac:chgData name="Lev Selector" userId="314cf8c1-d356-4160-b242-72dee3bb7a46" providerId="ADAL" clId="{4A2EED6F-F6F3-E84D-AB7E-543A4DCD1B22}" dt="2019-06-24T20:16:08.098" v="1871" actId="478"/>
          <ac:spMkLst>
            <pc:docMk/>
            <pc:sldMk cId="1559259053" sldId="263"/>
            <ac:spMk id="6" creationId="{C4B05C5E-3DE0-AF4C-85D2-84229E14D805}"/>
          </ac:spMkLst>
        </pc:spChg>
        <pc:spChg chg="add del mod">
          <ac:chgData name="Lev Selector" userId="314cf8c1-d356-4160-b242-72dee3bb7a46" providerId="ADAL" clId="{4A2EED6F-F6F3-E84D-AB7E-543A4DCD1B22}" dt="2019-06-24T21:41:35.673" v="3309" actId="478"/>
          <ac:spMkLst>
            <pc:docMk/>
            <pc:sldMk cId="1559259053" sldId="263"/>
            <ac:spMk id="9" creationId="{D3F187D7-6BD7-E045-9F03-0A0CCC93D95B}"/>
          </ac:spMkLst>
        </pc:spChg>
        <pc:spChg chg="add mod">
          <ac:chgData name="Lev Selector" userId="314cf8c1-d356-4160-b242-72dee3bb7a46" providerId="ADAL" clId="{4A2EED6F-F6F3-E84D-AB7E-543A4DCD1B22}" dt="2019-06-24T21:42:53.290" v="3328" actId="1076"/>
          <ac:spMkLst>
            <pc:docMk/>
            <pc:sldMk cId="1559259053" sldId="263"/>
            <ac:spMk id="11" creationId="{CA42C72B-03E3-0E47-8007-B7BAB267D476}"/>
          </ac:spMkLst>
        </pc:spChg>
        <pc:spChg chg="add mod">
          <ac:chgData name="Lev Selector" userId="314cf8c1-d356-4160-b242-72dee3bb7a46" providerId="ADAL" clId="{4A2EED6F-F6F3-E84D-AB7E-543A4DCD1B22}" dt="2019-06-24T21:41:41.172" v="3310" actId="1076"/>
          <ac:spMkLst>
            <pc:docMk/>
            <pc:sldMk cId="1559259053" sldId="263"/>
            <ac:spMk id="12" creationId="{0296E398-0027-6C40-8311-CD29E12B3B33}"/>
          </ac:spMkLst>
        </pc:spChg>
        <pc:spChg chg="mod">
          <ac:chgData name="Lev Selector" userId="314cf8c1-d356-4160-b242-72dee3bb7a46" providerId="ADAL" clId="{4A2EED6F-F6F3-E84D-AB7E-543A4DCD1B22}" dt="2019-06-24T21:42:45.092" v="3327" actId="14100"/>
          <ac:spMkLst>
            <pc:docMk/>
            <pc:sldMk cId="1559259053" sldId="263"/>
            <ac:spMk id="104" creationId="{00000000-0000-0000-0000-000000000000}"/>
          </ac:spMkLst>
        </pc:spChg>
        <pc:picChg chg="del">
          <ac:chgData name="Lev Selector" userId="314cf8c1-d356-4160-b242-72dee3bb7a46" providerId="ADAL" clId="{4A2EED6F-F6F3-E84D-AB7E-543A4DCD1B22}" dt="2019-06-24T20:16:08.978" v="1872" actId="478"/>
          <ac:picMkLst>
            <pc:docMk/>
            <pc:sldMk cId="1559259053" sldId="263"/>
            <ac:picMk id="2" creationId="{8993693C-0F3A-804B-9BB8-F9E34878B6C6}"/>
          </ac:picMkLst>
        </pc:picChg>
        <pc:picChg chg="add mod">
          <ac:chgData name="Lev Selector" userId="314cf8c1-d356-4160-b242-72dee3bb7a46" providerId="ADAL" clId="{4A2EED6F-F6F3-E84D-AB7E-543A4DCD1B22}" dt="2019-06-24T21:43:01.598" v="3329" actId="14100"/>
          <ac:picMkLst>
            <pc:docMk/>
            <pc:sldMk cId="1559259053" sldId="263"/>
            <ac:picMk id="3" creationId="{E97AAADF-6426-AD44-91B7-B4F37E97F28E}"/>
          </ac:picMkLst>
        </pc:picChg>
        <pc:picChg chg="del">
          <ac:chgData name="Lev Selector" userId="314cf8c1-d356-4160-b242-72dee3bb7a46" providerId="ADAL" clId="{4A2EED6F-F6F3-E84D-AB7E-543A4DCD1B22}" dt="2019-06-24T20:16:06.434" v="1870" actId="478"/>
          <ac:picMkLst>
            <pc:docMk/>
            <pc:sldMk cId="1559259053" sldId="263"/>
            <ac:picMk id="5" creationId="{43FCCCFC-3C64-254C-94C8-2587F2161CCA}"/>
          </ac:picMkLst>
        </pc:picChg>
        <pc:picChg chg="add mod">
          <ac:chgData name="Lev Selector" userId="314cf8c1-d356-4160-b242-72dee3bb7a46" providerId="ADAL" clId="{4A2EED6F-F6F3-E84D-AB7E-543A4DCD1B22}" dt="2019-06-24T21:42:53.290" v="3328" actId="1076"/>
          <ac:picMkLst>
            <pc:docMk/>
            <pc:sldMk cId="1559259053" sldId="263"/>
            <ac:picMk id="7" creationId="{4E1993F2-CFB9-CB48-8295-A2BC10102CA6}"/>
          </ac:picMkLst>
        </pc:picChg>
        <pc:picChg chg="add del mod modCrop">
          <ac:chgData name="Lev Selector" userId="314cf8c1-d356-4160-b242-72dee3bb7a46" providerId="ADAL" clId="{4A2EED6F-F6F3-E84D-AB7E-543A4DCD1B22}" dt="2019-06-24T21:41:41.172" v="3310" actId="1076"/>
          <ac:picMkLst>
            <pc:docMk/>
            <pc:sldMk cId="1559259053" sldId="263"/>
            <ac:picMk id="8" creationId="{25010486-C520-3146-A8CC-A93BFD5C74E9}"/>
          </ac:picMkLst>
        </pc:picChg>
        <pc:picChg chg="add del mod">
          <ac:chgData name="Lev Selector" userId="314cf8c1-d356-4160-b242-72dee3bb7a46" providerId="ADAL" clId="{4A2EED6F-F6F3-E84D-AB7E-543A4DCD1B22}" dt="2019-06-24T20:45:29.232" v="2543" actId="478"/>
          <ac:picMkLst>
            <pc:docMk/>
            <pc:sldMk cId="1559259053" sldId="263"/>
            <ac:picMk id="10" creationId="{2CB15339-0E63-B542-B8A0-863E158DAB76}"/>
          </ac:picMkLst>
        </pc:picChg>
        <pc:picChg chg="add mod">
          <ac:chgData name="Lev Selector" userId="314cf8c1-d356-4160-b242-72dee3bb7a46" providerId="ADAL" clId="{4A2EED6F-F6F3-E84D-AB7E-543A4DCD1B22}" dt="2019-06-24T21:42:26.100" v="3323" actId="1076"/>
          <ac:picMkLst>
            <pc:docMk/>
            <pc:sldMk cId="1559259053" sldId="263"/>
            <ac:picMk id="13" creationId="{F0FF5F85-0D2A-2044-9B89-F083C99C4508}"/>
          </ac:picMkLst>
        </pc:picChg>
      </pc:sldChg>
      <pc:sldChg chg="addSp delSp modSp add ord">
        <pc:chgData name="Lev Selector" userId="314cf8c1-d356-4160-b242-72dee3bb7a46" providerId="ADAL" clId="{4A2EED6F-F6F3-E84D-AB7E-543A4DCD1B22}" dt="2019-06-24T22:19:12.525" v="3845" actId="1076"/>
        <pc:sldMkLst>
          <pc:docMk/>
          <pc:sldMk cId="4091922535" sldId="264"/>
        </pc:sldMkLst>
        <pc:spChg chg="add mod">
          <ac:chgData name="Lev Selector" userId="314cf8c1-d356-4160-b242-72dee3bb7a46" providerId="ADAL" clId="{4A2EED6F-F6F3-E84D-AB7E-543A4DCD1B22}" dt="2019-06-24T22:17:37.975" v="3807" actId="113"/>
          <ac:spMkLst>
            <pc:docMk/>
            <pc:sldMk cId="4091922535" sldId="264"/>
            <ac:spMk id="3" creationId="{083E4339-33ED-D143-9BE2-AD1480E24539}"/>
          </ac:spMkLst>
        </pc:spChg>
        <pc:spChg chg="del mod">
          <ac:chgData name="Lev Selector" userId="314cf8c1-d356-4160-b242-72dee3bb7a46" providerId="ADAL" clId="{4A2EED6F-F6F3-E84D-AB7E-543A4DCD1B22}" dt="2019-06-24T20:33:23.169" v="2022" actId="478"/>
          <ac:spMkLst>
            <pc:docMk/>
            <pc:sldMk cId="4091922535" sldId="264"/>
            <ac:spMk id="6" creationId="{C4B05C5E-3DE0-AF4C-85D2-84229E14D805}"/>
          </ac:spMkLst>
        </pc:spChg>
        <pc:spChg chg="add mod">
          <ac:chgData name="Lev Selector" userId="314cf8c1-d356-4160-b242-72dee3bb7a46" providerId="ADAL" clId="{4A2EED6F-F6F3-E84D-AB7E-543A4DCD1B22}" dt="2019-06-24T22:04:33.878" v="3790" actId="6549"/>
          <ac:spMkLst>
            <pc:docMk/>
            <pc:sldMk cId="4091922535" sldId="264"/>
            <ac:spMk id="7" creationId="{78FD9845-18A0-D740-BE73-A04198B9426D}"/>
          </ac:spMkLst>
        </pc:spChg>
        <pc:spChg chg="add mod">
          <ac:chgData name="Lev Selector" userId="314cf8c1-d356-4160-b242-72dee3bb7a46" providerId="ADAL" clId="{4A2EED6F-F6F3-E84D-AB7E-543A4DCD1B22}" dt="2019-06-24T20:55:21.403" v="2674" actId="1076"/>
          <ac:spMkLst>
            <pc:docMk/>
            <pc:sldMk cId="4091922535" sldId="264"/>
            <ac:spMk id="10" creationId="{783EB7E4-CAF1-4E4A-8004-ACEE3CDFF72F}"/>
          </ac:spMkLst>
        </pc:spChg>
        <pc:spChg chg="add mod">
          <ac:chgData name="Lev Selector" userId="314cf8c1-d356-4160-b242-72dee3bb7a46" providerId="ADAL" clId="{4A2EED6F-F6F3-E84D-AB7E-543A4DCD1B22}" dt="2019-06-24T21:00:38.027" v="2769" actId="1076"/>
          <ac:spMkLst>
            <pc:docMk/>
            <pc:sldMk cId="4091922535" sldId="264"/>
            <ac:spMk id="12" creationId="{0D6C6370-8D22-BD4D-A729-E7FA4756D967}"/>
          </ac:spMkLst>
        </pc:spChg>
        <pc:spChg chg="add mod">
          <ac:chgData name="Lev Selector" userId="314cf8c1-d356-4160-b242-72dee3bb7a46" providerId="ADAL" clId="{4A2EED6F-F6F3-E84D-AB7E-543A4DCD1B22}" dt="2019-06-24T22:19:12.525" v="3845" actId="1076"/>
          <ac:spMkLst>
            <pc:docMk/>
            <pc:sldMk cId="4091922535" sldId="264"/>
            <ac:spMk id="13" creationId="{62637333-044B-254E-B1A2-26B01871400E}"/>
          </ac:spMkLst>
        </pc:spChg>
        <pc:spChg chg="add mod">
          <ac:chgData name="Lev Selector" userId="314cf8c1-d356-4160-b242-72dee3bb7a46" providerId="ADAL" clId="{4A2EED6F-F6F3-E84D-AB7E-543A4DCD1B22}" dt="2019-06-24T22:05:10.692" v="3798" actId="1076"/>
          <ac:spMkLst>
            <pc:docMk/>
            <pc:sldMk cId="4091922535" sldId="264"/>
            <ac:spMk id="14" creationId="{D663C5B4-A0A5-A746-B80C-2EE3A0FB96FE}"/>
          </ac:spMkLst>
        </pc:spChg>
        <pc:spChg chg="add mod">
          <ac:chgData name="Lev Selector" userId="314cf8c1-d356-4160-b242-72dee3bb7a46" providerId="ADAL" clId="{4A2EED6F-F6F3-E84D-AB7E-543A4DCD1B22}" dt="2019-06-24T22:04:43.011" v="3794" actId="6549"/>
          <ac:spMkLst>
            <pc:docMk/>
            <pc:sldMk cId="4091922535" sldId="264"/>
            <ac:spMk id="15" creationId="{CDC51E36-878F-3C4F-9CF3-4CAA18F405DE}"/>
          </ac:spMkLst>
        </pc:spChg>
        <pc:spChg chg="add mod">
          <ac:chgData name="Lev Selector" userId="314cf8c1-d356-4160-b242-72dee3bb7a46" providerId="ADAL" clId="{4A2EED6F-F6F3-E84D-AB7E-543A4DCD1B22}" dt="2019-06-24T21:34:46.299" v="3263" actId="20577"/>
          <ac:spMkLst>
            <pc:docMk/>
            <pc:sldMk cId="4091922535" sldId="264"/>
            <ac:spMk id="16" creationId="{063CD124-A6B3-E34C-8B6C-399BA7FD5077}"/>
          </ac:spMkLst>
        </pc:spChg>
        <pc:spChg chg="add mod">
          <ac:chgData name="Lev Selector" userId="314cf8c1-d356-4160-b242-72dee3bb7a46" providerId="ADAL" clId="{4A2EED6F-F6F3-E84D-AB7E-543A4DCD1B22}" dt="2019-06-24T21:34:48.731" v="3264" actId="20577"/>
          <ac:spMkLst>
            <pc:docMk/>
            <pc:sldMk cId="4091922535" sldId="264"/>
            <ac:spMk id="17" creationId="{A31119C8-1DA1-4249-B708-5C3F4B8B6B80}"/>
          </ac:spMkLst>
        </pc:spChg>
        <pc:spChg chg="mod">
          <ac:chgData name="Lev Selector" userId="314cf8c1-d356-4160-b242-72dee3bb7a46" providerId="ADAL" clId="{4A2EED6F-F6F3-E84D-AB7E-543A4DCD1B22}" dt="2019-06-24T20:55:11.539" v="2671" actId="1076"/>
          <ac:spMkLst>
            <pc:docMk/>
            <pc:sldMk cId="4091922535" sldId="264"/>
            <ac:spMk id="104" creationId="{00000000-0000-0000-0000-000000000000}"/>
          </ac:spMkLst>
        </pc:spChg>
        <pc:picChg chg="del">
          <ac:chgData name="Lev Selector" userId="314cf8c1-d356-4160-b242-72dee3bb7a46" providerId="ADAL" clId="{4A2EED6F-F6F3-E84D-AB7E-543A4DCD1B22}" dt="2019-06-24T20:33:19.856" v="2019" actId="478"/>
          <ac:picMkLst>
            <pc:docMk/>
            <pc:sldMk cId="4091922535" sldId="264"/>
            <ac:picMk id="2" creationId="{8993693C-0F3A-804B-9BB8-F9E34878B6C6}"/>
          </ac:picMkLst>
        </pc:picChg>
        <pc:picChg chg="add mod modCrop">
          <ac:chgData name="Lev Selector" userId="314cf8c1-d356-4160-b242-72dee3bb7a46" providerId="ADAL" clId="{4A2EED6F-F6F3-E84D-AB7E-543A4DCD1B22}" dt="2019-06-24T21:00:38.027" v="2769" actId="1076"/>
          <ac:picMkLst>
            <pc:docMk/>
            <pc:sldMk cId="4091922535" sldId="264"/>
            <ac:picMk id="4" creationId="{E3827E66-1C05-B04C-9AB5-2A47A3BFEFA5}"/>
          </ac:picMkLst>
        </pc:picChg>
        <pc:picChg chg="del">
          <ac:chgData name="Lev Selector" userId="314cf8c1-d356-4160-b242-72dee3bb7a46" providerId="ADAL" clId="{4A2EED6F-F6F3-E84D-AB7E-543A4DCD1B22}" dt="2019-06-24T20:33:20.607" v="2020" actId="478"/>
          <ac:picMkLst>
            <pc:docMk/>
            <pc:sldMk cId="4091922535" sldId="264"/>
            <ac:picMk id="5" creationId="{43FCCCFC-3C64-254C-94C8-2587F2161CCA}"/>
          </ac:picMkLst>
        </pc:picChg>
        <pc:picChg chg="add mod">
          <ac:chgData name="Lev Selector" userId="314cf8c1-d356-4160-b242-72dee3bb7a46" providerId="ADAL" clId="{4A2EED6F-F6F3-E84D-AB7E-543A4DCD1B22}" dt="2019-06-24T22:19:07.501" v="3844" actId="1076"/>
          <ac:picMkLst>
            <pc:docMk/>
            <pc:sldMk cId="4091922535" sldId="264"/>
            <ac:picMk id="8" creationId="{2F631B49-6F11-5544-9448-FE2B93DB432C}"/>
          </ac:picMkLst>
        </pc:picChg>
        <pc:picChg chg="add mod">
          <ac:chgData name="Lev Selector" userId="314cf8c1-d356-4160-b242-72dee3bb7a46" providerId="ADAL" clId="{4A2EED6F-F6F3-E84D-AB7E-543A4DCD1B22}" dt="2019-06-24T22:05:07.773" v="3797" actId="14100"/>
          <ac:picMkLst>
            <pc:docMk/>
            <pc:sldMk cId="4091922535" sldId="264"/>
            <ac:picMk id="9" creationId="{3EC75FCD-38D4-9C47-B27F-BE2872EB612E}"/>
          </ac:picMkLst>
        </pc:picChg>
        <pc:picChg chg="add mod">
          <ac:chgData name="Lev Selector" userId="314cf8c1-d356-4160-b242-72dee3bb7a46" providerId="ADAL" clId="{4A2EED6F-F6F3-E84D-AB7E-543A4DCD1B22}" dt="2019-06-24T20:56:38.179" v="2692" actId="1076"/>
          <ac:picMkLst>
            <pc:docMk/>
            <pc:sldMk cId="4091922535" sldId="264"/>
            <ac:picMk id="11" creationId="{36B561CF-E1C7-2340-ABC0-116F3FA5CED1}"/>
          </ac:picMkLst>
        </pc:picChg>
        <pc:picChg chg="add mod">
          <ac:chgData name="Lev Selector" userId="314cf8c1-d356-4160-b242-72dee3bb7a46" providerId="ADAL" clId="{4A2EED6F-F6F3-E84D-AB7E-543A4DCD1B22}" dt="2019-06-24T21:34:23.076" v="3258" actId="1076"/>
          <ac:picMkLst>
            <pc:docMk/>
            <pc:sldMk cId="4091922535" sldId="264"/>
            <ac:picMk id="18" creationId="{39FB4D68-2958-EA46-88EB-5D20CB6315F5}"/>
          </ac:picMkLst>
        </pc:picChg>
        <pc:picChg chg="add mod">
          <ac:chgData name="Lev Selector" userId="314cf8c1-d356-4160-b242-72dee3bb7a46" providerId="ADAL" clId="{4A2EED6F-F6F3-E84D-AB7E-543A4DCD1B22}" dt="2019-06-24T21:34:24.483" v="3259" actId="1076"/>
          <ac:picMkLst>
            <pc:docMk/>
            <pc:sldMk cId="4091922535" sldId="264"/>
            <ac:picMk id="19" creationId="{FA743E50-B883-4C4C-9EF2-AEFF0837645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7819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419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7421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6718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www.stat.berkeley.edu/~breiman/RandomForests/cc_software.htm" TargetMode="External"/><Relationship Id="rId3" Type="http://schemas.openxmlformats.org/officeDocument/2006/relationships/image" Target="../media/image2.tiff"/><Relationship Id="rId7" Type="http://schemas.openxmlformats.org/officeDocument/2006/relationships/image" Target="../media/image6.tif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tiff"/><Relationship Id="rId11" Type="http://schemas.openxmlformats.org/officeDocument/2006/relationships/image" Target="../media/image9.tiff"/><Relationship Id="rId5" Type="http://schemas.openxmlformats.org/officeDocument/2006/relationships/image" Target="../media/image4.jpeg"/><Relationship Id="rId10" Type="http://schemas.openxmlformats.org/officeDocument/2006/relationships/image" Target="../media/image8.tiff"/><Relationship Id="rId4" Type="http://schemas.openxmlformats.org/officeDocument/2006/relationships/image" Target="../media/image3.jpe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hyperlink" Target="https://www.kdnuggets.com/2017/02/stacking-models-imropved-predictions.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tiff"/><Relationship Id="rId4" Type="http://schemas.openxmlformats.org/officeDocument/2006/relationships/image" Target="../media/image10.tiff"/></Relationships>
</file>

<file path=ppt/slides/_rels/slide5.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9.tiff"/><Relationship Id="rId3" Type="http://schemas.openxmlformats.org/officeDocument/2006/relationships/image" Target="../media/image14.tiff"/><Relationship Id="rId7"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tiff"/><Relationship Id="rId5" Type="http://schemas.openxmlformats.org/officeDocument/2006/relationships/image" Target="../media/image16.tiff"/><Relationship Id="rId4" Type="http://schemas.openxmlformats.org/officeDocument/2006/relationships/image" Target="../media/image15.tiff"/></Relationships>
</file>

<file path=ppt/slides/_rels/slide7.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3.tiff"/><Relationship Id="rId5" Type="http://schemas.openxmlformats.org/officeDocument/2006/relationships/image" Target="../media/image22.tiff"/><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8" Type="http://schemas.openxmlformats.org/officeDocument/2006/relationships/hyperlink" Target="https://www.analyticsvidhya.com/blog/2016/03/complete-guide-parameter-tuning-xgboost-with-codes-python/" TargetMode="External"/><Relationship Id="rId3" Type="http://schemas.openxmlformats.org/officeDocument/2006/relationships/hyperlink" Target="https://statweb.stanford.edu/~jhf/ftp/trebst.pdf" TargetMode="External"/><Relationship Id="rId7" Type="http://schemas.openxmlformats.org/officeDocument/2006/relationships/hyperlink" Target="http://zhanpengfang.github.io/418home.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arxiv.org/abs/1505.01866" TargetMode="External"/><Relationship Id="rId11" Type="http://schemas.openxmlformats.org/officeDocument/2006/relationships/hyperlink" Target="https://en.wikipedia.org/wiki/Xgboost" TargetMode="External"/><Relationship Id="rId5" Type="http://schemas.openxmlformats.org/officeDocument/2006/relationships/hyperlink" Target="https://xgboost.readthedocs.io/en/latest/model.html" TargetMode="External"/><Relationship Id="rId10" Type="http://schemas.openxmlformats.org/officeDocument/2006/relationships/hyperlink" Target="https://en.wikipedia.org/wiki/Gradient_boosting" TargetMode="External"/><Relationship Id="rId4" Type="http://schemas.openxmlformats.org/officeDocument/2006/relationships/hyperlink" Target="http://homes.cs.washington.edu/~tqchen/pdf/BoostedTree.pdf" TargetMode="External"/><Relationship Id="rId9" Type="http://schemas.openxmlformats.org/officeDocument/2006/relationships/hyperlink" Target="https://www.quora.com/What-is-the-difference-between-the-R-gbm-gradient-boosting-machine-and-xgboost-extreme-gradient-boo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465775" y="726320"/>
            <a:ext cx="8446997" cy="47600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i="0" u="none" strike="noStrike" cap="none" dirty="0">
                <a:solidFill>
                  <a:schemeClr val="dk1"/>
                </a:solidFill>
                <a:latin typeface="Calibri"/>
                <a:ea typeface="Calibri"/>
                <a:cs typeface="Calibri"/>
                <a:sym typeface="Calibri"/>
              </a:rPr>
              <a:t>Ensemble Learning</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lvl="0"/>
            <a:r>
              <a:rPr lang="en-US" sz="1800" dirty="0">
                <a:solidFill>
                  <a:schemeClr val="dk1"/>
                </a:solidFill>
                <a:latin typeface="Calibri"/>
                <a:ea typeface="Calibri"/>
                <a:cs typeface="Calibri"/>
                <a:sym typeface="Calibri"/>
              </a:rPr>
              <a:t>Idea - train several models to do predictions.</a:t>
            </a:r>
          </a:p>
          <a:p>
            <a:pPr lvl="0"/>
            <a:r>
              <a:rPr lang="en-US" sz="1800" dirty="0">
                <a:solidFill>
                  <a:schemeClr val="dk1"/>
                </a:solidFill>
                <a:latin typeface="Calibri"/>
                <a:ea typeface="Calibri"/>
                <a:cs typeface="Calibri"/>
                <a:sym typeface="Calibri"/>
              </a:rPr>
              <a:t>Combine predictions of these models to get a better predictor.</a:t>
            </a:r>
          </a:p>
          <a:p>
            <a:pPr lvl="0"/>
            <a:endParaRPr lang="en-US" sz="1800" dirty="0">
              <a:solidFill>
                <a:schemeClr val="dk1"/>
              </a:solidFill>
              <a:latin typeface="Calibri"/>
              <a:ea typeface="Calibri"/>
              <a:cs typeface="Calibri"/>
              <a:sym typeface="Calibri"/>
            </a:endParaRPr>
          </a:p>
          <a:p>
            <a:pPr lvl="0"/>
            <a:r>
              <a:rPr lang="en-US" sz="1800" dirty="0">
                <a:solidFill>
                  <a:schemeClr val="dk1"/>
                </a:solidFill>
                <a:latin typeface="Calibri"/>
                <a:ea typeface="Calibri"/>
                <a:cs typeface="Calibri"/>
                <a:sym typeface="Calibri"/>
              </a:rPr>
              <a:t>It is possible to combine any types of models into one predictor.</a:t>
            </a:r>
          </a:p>
          <a:p>
            <a:pPr lvl="0"/>
            <a:r>
              <a:rPr lang="en-US" sz="1800" dirty="0">
                <a:solidFill>
                  <a:schemeClr val="dk1"/>
                </a:solidFill>
                <a:latin typeface="Calibri"/>
                <a:ea typeface="Calibri"/>
                <a:cs typeface="Calibri"/>
                <a:sym typeface="Calibri"/>
              </a:rPr>
              <a:t>But commonly people combine variations of similar models, like decision trees models.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Two most famous approaches are:</a:t>
            </a:r>
          </a:p>
          <a:p>
            <a:pPr lvl="0"/>
            <a:r>
              <a:rPr lang="en-US" sz="1800" dirty="0">
                <a:solidFill>
                  <a:schemeClr val="dk1"/>
                </a:solidFill>
                <a:latin typeface="Calibri"/>
                <a:ea typeface="Calibri"/>
                <a:cs typeface="Calibri"/>
                <a:sym typeface="Calibri"/>
              </a:rPr>
              <a:t> - "Random Forest"</a:t>
            </a:r>
          </a:p>
          <a:p>
            <a:pPr lvl="0"/>
            <a:r>
              <a:rPr lang="en-US" sz="1800" dirty="0">
                <a:solidFill>
                  <a:schemeClr val="dk1"/>
                </a:solidFill>
                <a:latin typeface="Calibri"/>
                <a:ea typeface="Calibri"/>
                <a:cs typeface="Calibri"/>
                <a:sym typeface="Calibri"/>
              </a:rPr>
              <a:t> - "Gradient Boosted Trees"</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Under the hood these models combine 100, 200 or more similar trees.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differences are in how you select the data to train those trees,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and how you combine the predictions of these trees.</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Below we look at these two classes of models.</a:t>
            </a:r>
          </a:p>
        </p:txBody>
      </p:sp>
      <p:sp>
        <p:nvSpPr>
          <p:cNvPr id="2" name="TextBox 1">
            <a:extLst>
              <a:ext uri="{FF2B5EF4-FFF2-40B4-BE49-F238E27FC236}">
                <a16:creationId xmlns:a16="http://schemas.microsoft.com/office/drawing/2014/main" id="{798864B3-D28E-C946-8FCE-C6042459B522}"/>
              </a:ext>
            </a:extLst>
          </p:cNvPr>
          <p:cNvSpPr txBox="1"/>
          <p:nvPr/>
        </p:nvSpPr>
        <p:spPr>
          <a:xfrm>
            <a:off x="9782287" y="118334"/>
            <a:ext cx="2409713" cy="1015663"/>
          </a:xfrm>
          <a:prstGeom prst="rect">
            <a:avLst/>
          </a:prstGeom>
          <a:noFill/>
        </p:spPr>
        <p:txBody>
          <a:bodyPr wrap="square" rtlCol="0">
            <a:spAutoFit/>
          </a:bodyPr>
          <a:lstStyle/>
          <a:p>
            <a:r>
              <a:rPr lang="en-US" sz="2000" b="1" dirty="0"/>
              <a:t>Data Science</a:t>
            </a:r>
          </a:p>
          <a:p>
            <a:endParaRPr lang="en-US" sz="2000" b="1" dirty="0"/>
          </a:p>
          <a:p>
            <a:r>
              <a:rPr lang="en-US" sz="2000" b="1" dirty="0"/>
              <a:t>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192506" y="64168"/>
            <a:ext cx="6063916" cy="38472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i="0" u="none" strike="noStrike" cap="none" dirty="0">
                <a:solidFill>
                  <a:schemeClr val="dk1"/>
                </a:solidFill>
                <a:latin typeface="Calibri"/>
                <a:ea typeface="Calibri"/>
                <a:cs typeface="Calibri"/>
                <a:sym typeface="Calibri"/>
              </a:rPr>
              <a:t>Decision Tree (DT)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DT goes from observations about an item (represented in the branches) to conclusions about the item's target value (represented in the leaves). DT can do classification or regression. DTs are intuitive and easily interpretable.</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Algorithms for constructing DTs usually work top-down, by choosing a variable at each step that best splits the set of items We test all possible splits (or some subset) to decide how to split. Simplicity is best, so we want to keep our tree small. To do so, at each step we should choose the split that results in the purest daughter nodes.</a:t>
            </a:r>
            <a:endParaRPr dirty="0"/>
          </a:p>
        </p:txBody>
      </p:sp>
      <p:pic>
        <p:nvPicPr>
          <p:cNvPr id="89" name="Google Shape;89;p13"/>
          <p:cNvPicPr preferRelativeResize="0"/>
          <p:nvPr/>
        </p:nvPicPr>
        <p:blipFill rotWithShape="1">
          <a:blip r:embed="rId3">
            <a:alphaModFix/>
          </a:blip>
          <a:srcRect/>
          <a:stretch/>
        </p:blipFill>
        <p:spPr>
          <a:xfrm>
            <a:off x="6256422" y="528850"/>
            <a:ext cx="5870850" cy="3382525"/>
          </a:xfrm>
          <a:prstGeom prst="rect">
            <a:avLst/>
          </a:prstGeom>
          <a:noFill/>
          <a:ln>
            <a:noFill/>
          </a:ln>
        </p:spPr>
      </p:pic>
      <p:sp>
        <p:nvSpPr>
          <p:cNvPr id="90" name="Google Shape;90;p13"/>
          <p:cNvSpPr txBox="1"/>
          <p:nvPr/>
        </p:nvSpPr>
        <p:spPr>
          <a:xfrm>
            <a:off x="192506" y="4379495"/>
            <a:ext cx="11566358" cy="20313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There are many specific decision-tree building algorithms, for example: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ID3 (Iterative Dichotomiser 3) and its successor C4.5</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CART (Classification And Regression Tree)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CHAID (CHi-squared Automatic Interaction Detector). Performs multi-level splits when computing classification trees.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MARS: extends decision trees to handle numerical data better.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 Conditional Inference Trees. Statistics-based approach that uses non-parametric tests as splitting criteria, corrected for multiple testing to avoid overfitting. This approach results in unbiased predictor selection and does not require pruning.</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95351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3" name="Picture 2">
            <a:extLst>
              <a:ext uri="{FF2B5EF4-FFF2-40B4-BE49-F238E27FC236}">
                <a16:creationId xmlns:a16="http://schemas.microsoft.com/office/drawing/2014/main" id="{9BF7A372-4D94-D94C-87E4-5827F75CB1D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04" y="111809"/>
            <a:ext cx="1983764" cy="3224424"/>
          </a:xfrm>
          <a:prstGeom prst="rect">
            <a:avLst/>
          </a:prstGeom>
        </p:spPr>
      </p:pic>
      <p:sp>
        <p:nvSpPr>
          <p:cNvPr id="4" name="Rectangle 3">
            <a:extLst>
              <a:ext uri="{FF2B5EF4-FFF2-40B4-BE49-F238E27FC236}">
                <a16:creationId xmlns:a16="http://schemas.microsoft.com/office/drawing/2014/main" id="{ADEA79D9-43B0-9F43-B435-414DCA25ABCF}"/>
              </a:ext>
            </a:extLst>
          </p:cNvPr>
          <p:cNvSpPr/>
          <p:nvPr/>
        </p:nvSpPr>
        <p:spPr>
          <a:xfrm>
            <a:off x="-1596" y="3309555"/>
            <a:ext cx="5301183" cy="738664"/>
          </a:xfrm>
          <a:prstGeom prst="rect">
            <a:avLst/>
          </a:prstGeom>
        </p:spPr>
        <p:txBody>
          <a:bodyPr wrap="square">
            <a:spAutoFit/>
          </a:bodyPr>
          <a:lstStyle/>
          <a:p>
            <a:r>
              <a:rPr lang="en-US" dirty="0"/>
              <a:t>Classification and </a:t>
            </a:r>
          </a:p>
          <a:p>
            <a:r>
              <a:rPr lang="en-US" dirty="0"/>
              <a:t>Regression Trees </a:t>
            </a:r>
          </a:p>
          <a:p>
            <a:r>
              <a:rPr lang="en-US" dirty="0"/>
              <a:t>(1984) by BFOS (BFOS = </a:t>
            </a:r>
            <a:r>
              <a:rPr lang="en-US" dirty="0" err="1"/>
              <a:t>Breiman</a:t>
            </a:r>
            <a:r>
              <a:rPr lang="en-US" dirty="0"/>
              <a:t>, Friedman, </a:t>
            </a:r>
            <a:r>
              <a:rPr lang="en-US" dirty="0" err="1"/>
              <a:t>Olshen</a:t>
            </a:r>
            <a:r>
              <a:rPr lang="en-US" dirty="0"/>
              <a:t>, Stone)</a:t>
            </a:r>
          </a:p>
        </p:txBody>
      </p:sp>
      <p:sp>
        <p:nvSpPr>
          <p:cNvPr id="8" name="TextBox 7">
            <a:extLst>
              <a:ext uri="{FF2B5EF4-FFF2-40B4-BE49-F238E27FC236}">
                <a16:creationId xmlns:a16="http://schemas.microsoft.com/office/drawing/2014/main" id="{BF3085B9-B6F3-794C-A977-0C0731C6B4C8}"/>
              </a:ext>
            </a:extLst>
          </p:cNvPr>
          <p:cNvSpPr txBox="1"/>
          <p:nvPr/>
        </p:nvSpPr>
        <p:spPr>
          <a:xfrm>
            <a:off x="2504350" y="2286562"/>
            <a:ext cx="1743816" cy="738664"/>
          </a:xfrm>
          <a:prstGeom prst="rect">
            <a:avLst/>
          </a:prstGeom>
          <a:noFill/>
        </p:spPr>
        <p:txBody>
          <a:bodyPr wrap="square" rtlCol="0">
            <a:spAutoFit/>
          </a:bodyPr>
          <a:lstStyle/>
          <a:p>
            <a:r>
              <a:rPr lang="en-US" dirty="0"/>
              <a:t>Leo </a:t>
            </a:r>
            <a:r>
              <a:rPr lang="en-US" dirty="0" err="1"/>
              <a:t>Breiman</a:t>
            </a:r>
            <a:endParaRPr lang="en-US" dirty="0"/>
          </a:p>
          <a:p>
            <a:r>
              <a:rPr lang="en-US" dirty="0"/>
              <a:t>UC Berkeley</a:t>
            </a:r>
          </a:p>
          <a:p>
            <a:r>
              <a:rPr lang="en-US" dirty="0"/>
              <a:t>Statistics</a:t>
            </a:r>
          </a:p>
        </p:txBody>
      </p:sp>
      <p:sp>
        <p:nvSpPr>
          <p:cNvPr id="12" name="TextBox 11">
            <a:extLst>
              <a:ext uri="{FF2B5EF4-FFF2-40B4-BE49-F238E27FC236}">
                <a16:creationId xmlns:a16="http://schemas.microsoft.com/office/drawing/2014/main" id="{8EF03599-CC6E-5C41-BDC8-9C8619CC9404}"/>
              </a:ext>
            </a:extLst>
          </p:cNvPr>
          <p:cNvSpPr txBox="1"/>
          <p:nvPr/>
        </p:nvSpPr>
        <p:spPr>
          <a:xfrm>
            <a:off x="4219438" y="2282932"/>
            <a:ext cx="1870841" cy="954107"/>
          </a:xfrm>
          <a:prstGeom prst="rect">
            <a:avLst/>
          </a:prstGeom>
          <a:noFill/>
        </p:spPr>
        <p:txBody>
          <a:bodyPr wrap="square" rtlCol="0">
            <a:spAutoFit/>
          </a:bodyPr>
          <a:lstStyle/>
          <a:p>
            <a:r>
              <a:rPr lang="en-US" dirty="0"/>
              <a:t>Jerome H. Friedman</a:t>
            </a:r>
          </a:p>
          <a:p>
            <a:r>
              <a:rPr lang="en-US" dirty="0"/>
              <a:t>Statistics</a:t>
            </a:r>
          </a:p>
          <a:p>
            <a:r>
              <a:rPr lang="en-US" dirty="0"/>
              <a:t>UC Berkeley,</a:t>
            </a:r>
          </a:p>
          <a:p>
            <a:r>
              <a:rPr lang="en-US" dirty="0"/>
              <a:t>Stanford </a:t>
            </a:r>
          </a:p>
        </p:txBody>
      </p:sp>
      <p:pic>
        <p:nvPicPr>
          <p:cNvPr id="9" name="Picture 8">
            <a:extLst>
              <a:ext uri="{FF2B5EF4-FFF2-40B4-BE49-F238E27FC236}">
                <a16:creationId xmlns:a16="http://schemas.microsoft.com/office/drawing/2014/main" id="{9657D343-0D10-B643-8FC6-142FD1E7E0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01112" y="119435"/>
            <a:ext cx="1707495" cy="2104118"/>
          </a:xfrm>
          <a:prstGeom prst="rect">
            <a:avLst/>
          </a:prstGeom>
        </p:spPr>
      </p:pic>
      <p:pic>
        <p:nvPicPr>
          <p:cNvPr id="10" name="Picture 9">
            <a:extLst>
              <a:ext uri="{FF2B5EF4-FFF2-40B4-BE49-F238E27FC236}">
                <a16:creationId xmlns:a16="http://schemas.microsoft.com/office/drawing/2014/main" id="{326D1703-96EA-C849-9B11-015AED55072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76423" y="127843"/>
            <a:ext cx="1066281" cy="1668730"/>
          </a:xfrm>
          <a:prstGeom prst="rect">
            <a:avLst/>
          </a:prstGeom>
        </p:spPr>
      </p:pic>
      <p:sp>
        <p:nvSpPr>
          <p:cNvPr id="15" name="TextBox 14">
            <a:extLst>
              <a:ext uri="{FF2B5EF4-FFF2-40B4-BE49-F238E27FC236}">
                <a16:creationId xmlns:a16="http://schemas.microsoft.com/office/drawing/2014/main" id="{8D1D9786-9992-0C4E-8E22-CA6385735496}"/>
              </a:ext>
            </a:extLst>
          </p:cNvPr>
          <p:cNvSpPr txBox="1"/>
          <p:nvPr/>
        </p:nvSpPr>
        <p:spPr>
          <a:xfrm>
            <a:off x="8029245" y="1806987"/>
            <a:ext cx="1571956" cy="954107"/>
          </a:xfrm>
          <a:prstGeom prst="rect">
            <a:avLst/>
          </a:prstGeom>
          <a:noFill/>
        </p:spPr>
        <p:txBody>
          <a:bodyPr wrap="square" rtlCol="0">
            <a:spAutoFit/>
          </a:bodyPr>
          <a:lstStyle/>
          <a:p>
            <a:r>
              <a:rPr lang="en-US" dirty="0"/>
              <a:t>Charles J. Stone</a:t>
            </a:r>
          </a:p>
          <a:p>
            <a:r>
              <a:rPr lang="en-US" dirty="0"/>
              <a:t>Math, Probability</a:t>
            </a:r>
          </a:p>
          <a:p>
            <a:r>
              <a:rPr lang="en-US" dirty="0"/>
              <a:t>UCLA,</a:t>
            </a:r>
          </a:p>
          <a:p>
            <a:r>
              <a:rPr lang="en-US" dirty="0"/>
              <a:t>UC Berkeley</a:t>
            </a:r>
          </a:p>
        </p:txBody>
      </p:sp>
      <p:sp>
        <p:nvSpPr>
          <p:cNvPr id="13" name="TextBox 12">
            <a:extLst>
              <a:ext uri="{FF2B5EF4-FFF2-40B4-BE49-F238E27FC236}">
                <a16:creationId xmlns:a16="http://schemas.microsoft.com/office/drawing/2014/main" id="{9976003F-B313-754B-BBC5-287A31E9B74C}"/>
              </a:ext>
            </a:extLst>
          </p:cNvPr>
          <p:cNvSpPr txBox="1"/>
          <p:nvPr/>
        </p:nvSpPr>
        <p:spPr>
          <a:xfrm>
            <a:off x="6220073" y="1905989"/>
            <a:ext cx="1723763" cy="954107"/>
          </a:xfrm>
          <a:prstGeom prst="rect">
            <a:avLst/>
          </a:prstGeom>
          <a:noFill/>
        </p:spPr>
        <p:txBody>
          <a:bodyPr wrap="square" rtlCol="0">
            <a:spAutoFit/>
          </a:bodyPr>
          <a:lstStyle/>
          <a:p>
            <a:r>
              <a:rPr lang="en-US" dirty="0"/>
              <a:t>Richard A. </a:t>
            </a:r>
            <a:r>
              <a:rPr lang="en-US" dirty="0" err="1"/>
              <a:t>Olshen</a:t>
            </a:r>
            <a:endParaRPr lang="en-US" dirty="0"/>
          </a:p>
          <a:p>
            <a:r>
              <a:rPr lang="en-US" dirty="0"/>
              <a:t>Biostatistics</a:t>
            </a:r>
          </a:p>
          <a:p>
            <a:r>
              <a:rPr lang="en-US" dirty="0"/>
              <a:t>UC Berkeley,</a:t>
            </a:r>
          </a:p>
          <a:p>
            <a:r>
              <a:rPr lang="en-US" dirty="0"/>
              <a:t>Stanford </a:t>
            </a:r>
          </a:p>
        </p:txBody>
      </p:sp>
      <p:pic>
        <p:nvPicPr>
          <p:cNvPr id="14" name="Picture 13">
            <a:extLst>
              <a:ext uri="{FF2B5EF4-FFF2-40B4-BE49-F238E27FC236}">
                <a16:creationId xmlns:a16="http://schemas.microsoft.com/office/drawing/2014/main" id="{E0CEFCA8-4B98-AD4F-9479-0B10FFB0BF8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3089" y="4948581"/>
            <a:ext cx="2709801" cy="1813646"/>
          </a:xfrm>
          <a:prstGeom prst="rect">
            <a:avLst/>
          </a:prstGeom>
        </p:spPr>
      </p:pic>
      <p:sp>
        <p:nvSpPr>
          <p:cNvPr id="19" name="Rectangle 18">
            <a:extLst>
              <a:ext uri="{FF2B5EF4-FFF2-40B4-BE49-F238E27FC236}">
                <a16:creationId xmlns:a16="http://schemas.microsoft.com/office/drawing/2014/main" id="{6B060C38-A1E7-6046-9D7C-007896BBF9F8}"/>
              </a:ext>
            </a:extLst>
          </p:cNvPr>
          <p:cNvSpPr/>
          <p:nvPr/>
        </p:nvSpPr>
        <p:spPr>
          <a:xfrm>
            <a:off x="216985" y="4232354"/>
            <a:ext cx="2287365" cy="523220"/>
          </a:xfrm>
          <a:prstGeom prst="rect">
            <a:avLst/>
          </a:prstGeom>
        </p:spPr>
        <p:txBody>
          <a:bodyPr wrap="square">
            <a:spAutoFit/>
          </a:bodyPr>
          <a:lstStyle/>
          <a:p>
            <a:r>
              <a:rPr lang="en-US" dirty="0"/>
              <a:t>Random Decision Forests</a:t>
            </a:r>
          </a:p>
          <a:p>
            <a:r>
              <a:rPr lang="en-US" dirty="0"/>
              <a:t>(1995) by Tin Kam Ho</a:t>
            </a:r>
          </a:p>
        </p:txBody>
      </p:sp>
      <p:pic>
        <p:nvPicPr>
          <p:cNvPr id="16" name="Picture 15">
            <a:extLst>
              <a:ext uri="{FF2B5EF4-FFF2-40B4-BE49-F238E27FC236}">
                <a16:creationId xmlns:a16="http://schemas.microsoft.com/office/drawing/2014/main" id="{5F78D0F1-9A08-5D4A-97BB-81222779742C}"/>
              </a:ext>
            </a:extLst>
          </p:cNvPr>
          <p:cNvPicPr>
            <a:picLocks noChangeAspect="1"/>
          </p:cNvPicPr>
          <p:nvPr/>
        </p:nvPicPr>
        <p:blipFill>
          <a:blip r:embed="rId7"/>
          <a:stretch>
            <a:fillRect/>
          </a:stretch>
        </p:blipFill>
        <p:spPr>
          <a:xfrm>
            <a:off x="3073812" y="4232354"/>
            <a:ext cx="2131268" cy="2131268"/>
          </a:xfrm>
          <a:prstGeom prst="rect">
            <a:avLst/>
          </a:prstGeom>
        </p:spPr>
      </p:pic>
      <p:sp>
        <p:nvSpPr>
          <p:cNvPr id="21" name="Rectangle 20">
            <a:extLst>
              <a:ext uri="{FF2B5EF4-FFF2-40B4-BE49-F238E27FC236}">
                <a16:creationId xmlns:a16="http://schemas.microsoft.com/office/drawing/2014/main" id="{1728BC4D-516C-0D4D-B65D-D369E3647149}"/>
              </a:ext>
            </a:extLst>
          </p:cNvPr>
          <p:cNvSpPr/>
          <p:nvPr/>
        </p:nvSpPr>
        <p:spPr>
          <a:xfrm>
            <a:off x="3035894" y="6367815"/>
            <a:ext cx="4063697" cy="523220"/>
          </a:xfrm>
          <a:prstGeom prst="rect">
            <a:avLst/>
          </a:prstGeom>
        </p:spPr>
        <p:txBody>
          <a:bodyPr wrap="square">
            <a:spAutoFit/>
          </a:bodyPr>
          <a:lstStyle/>
          <a:p>
            <a:r>
              <a:rPr lang="en-US" dirty="0"/>
              <a:t>Tin Kam Ho</a:t>
            </a:r>
          </a:p>
          <a:p>
            <a:r>
              <a:rPr lang="en-US" dirty="0"/>
              <a:t>at Bell Labs in NJ. then since 2014 – AI at IBM. </a:t>
            </a:r>
          </a:p>
        </p:txBody>
      </p:sp>
      <p:sp>
        <p:nvSpPr>
          <p:cNvPr id="17" name="TextBox 16">
            <a:extLst>
              <a:ext uri="{FF2B5EF4-FFF2-40B4-BE49-F238E27FC236}">
                <a16:creationId xmlns:a16="http://schemas.microsoft.com/office/drawing/2014/main" id="{24B48AC9-E576-E744-92B2-E763E1447DA2}"/>
              </a:ext>
            </a:extLst>
          </p:cNvPr>
          <p:cNvSpPr txBox="1"/>
          <p:nvPr/>
        </p:nvSpPr>
        <p:spPr>
          <a:xfrm>
            <a:off x="9497066" y="5161546"/>
            <a:ext cx="2447508" cy="1661993"/>
          </a:xfrm>
          <a:prstGeom prst="rect">
            <a:avLst/>
          </a:prstGeom>
          <a:noFill/>
        </p:spPr>
        <p:txBody>
          <a:bodyPr wrap="square" rtlCol="0">
            <a:spAutoFit/>
          </a:bodyPr>
          <a:lstStyle/>
          <a:p>
            <a:r>
              <a:rPr lang="en-US" dirty="0"/>
              <a:t>Adele Cutler</a:t>
            </a:r>
          </a:p>
          <a:p>
            <a:r>
              <a:rPr lang="en-US" dirty="0"/>
              <a:t>UC Berkeley, then Utah State University.</a:t>
            </a:r>
          </a:p>
          <a:p>
            <a:r>
              <a:rPr lang="en-US" dirty="0"/>
              <a:t>Wrote original Random Forest in Fortran with Leo </a:t>
            </a:r>
            <a:r>
              <a:rPr lang="en-US" dirty="0" err="1"/>
              <a:t>Breiman</a:t>
            </a:r>
            <a:r>
              <a:rPr lang="en-US" dirty="0"/>
              <a:t> in 2002-2003</a:t>
            </a:r>
          </a:p>
          <a:p>
            <a:r>
              <a:rPr lang="en-US" sz="900" dirty="0">
                <a:hlinkClick r:id="rId8"/>
              </a:rPr>
              <a:t>https://www.stat.berkeley.edu/~breiman/RandomForests/cc_software.htm</a:t>
            </a:r>
            <a:endParaRPr lang="en-US" sz="900" dirty="0"/>
          </a:p>
        </p:txBody>
      </p:sp>
      <p:pic>
        <p:nvPicPr>
          <p:cNvPr id="18" name="Picture 17">
            <a:extLst>
              <a:ext uri="{FF2B5EF4-FFF2-40B4-BE49-F238E27FC236}">
                <a16:creationId xmlns:a16="http://schemas.microsoft.com/office/drawing/2014/main" id="{C5D8B940-76B6-9340-B562-0C49BF2B99BF}"/>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719064" y="3313971"/>
            <a:ext cx="1847575" cy="1847575"/>
          </a:xfrm>
          <a:prstGeom prst="rect">
            <a:avLst/>
          </a:prstGeom>
        </p:spPr>
      </p:pic>
      <p:pic>
        <p:nvPicPr>
          <p:cNvPr id="2" name="Picture 1">
            <a:extLst>
              <a:ext uri="{FF2B5EF4-FFF2-40B4-BE49-F238E27FC236}">
                <a16:creationId xmlns:a16="http://schemas.microsoft.com/office/drawing/2014/main" id="{2C2EE3D6-5661-E043-8FBF-61E1B832D2AB}"/>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2386366" y="119615"/>
            <a:ext cx="1707496" cy="2099225"/>
          </a:xfrm>
          <a:prstGeom prst="rect">
            <a:avLst/>
          </a:prstGeom>
        </p:spPr>
      </p:pic>
      <p:cxnSp>
        <p:nvCxnSpPr>
          <p:cNvPr id="20" name="Straight Connector 19">
            <a:extLst>
              <a:ext uri="{FF2B5EF4-FFF2-40B4-BE49-F238E27FC236}">
                <a16:creationId xmlns:a16="http://schemas.microsoft.com/office/drawing/2014/main" id="{CCDDB316-63C9-4141-9D55-33BA0E490EA9}"/>
              </a:ext>
            </a:extLst>
          </p:cNvPr>
          <p:cNvCxnSpPr>
            <a:cxnSpLocks/>
          </p:cNvCxnSpPr>
          <p:nvPr/>
        </p:nvCxnSpPr>
        <p:spPr>
          <a:xfrm>
            <a:off x="53089" y="4101661"/>
            <a:ext cx="6852412"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C12C7018-A64D-3843-A3D7-B3887AEA88BC}"/>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6264234" y="137238"/>
            <a:ext cx="1418894" cy="1768751"/>
          </a:xfrm>
          <a:prstGeom prst="rect">
            <a:avLst/>
          </a:prstGeom>
        </p:spPr>
      </p:pic>
    </p:spTree>
    <p:extLst>
      <p:ext uri="{BB962C8B-B14F-4D97-AF65-F5344CB8AC3E}">
        <p14:creationId xmlns:p14="http://schemas.microsoft.com/office/powerpoint/2010/main" val="1493861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p:nvPr/>
        </p:nvSpPr>
        <p:spPr>
          <a:xfrm>
            <a:off x="0" y="0"/>
            <a:ext cx="9259614" cy="6761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800" b="1" dirty="0">
                <a:solidFill>
                  <a:schemeClr val="dk1"/>
                </a:solidFill>
                <a:latin typeface="Calibri"/>
                <a:ea typeface="Calibri"/>
                <a:cs typeface="Calibri"/>
                <a:sym typeface="Calibri"/>
              </a:rPr>
              <a:t>Ensemble Learning Methods with Decision Trees </a:t>
            </a:r>
            <a:br>
              <a:rPr lang="en-US" sz="2800" b="1" dirty="0">
                <a:solidFill>
                  <a:schemeClr val="dk1"/>
                </a:solidFill>
                <a:latin typeface="Calibri"/>
                <a:ea typeface="Calibri"/>
                <a:cs typeface="Calibri"/>
                <a:sym typeface="Calibri"/>
              </a:rPr>
            </a:br>
            <a:r>
              <a:rPr lang="en-US" sz="1600" dirty="0">
                <a:solidFill>
                  <a:schemeClr val="dk1"/>
                </a:solidFill>
                <a:latin typeface="Calibri"/>
                <a:ea typeface="Calibri"/>
                <a:cs typeface="Calibri"/>
                <a:sym typeface="Calibri"/>
              </a:rPr>
              <a:t>Main idea - a group of “weak learners” come together (vote) to form a “strong learner”.</a:t>
            </a:r>
            <a:endParaRPr sz="16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1600" dirty="0">
                <a:solidFill>
                  <a:schemeClr val="dk1"/>
                </a:solidFill>
                <a:latin typeface="Calibri"/>
                <a:ea typeface="Calibri"/>
                <a:cs typeface="Calibri"/>
                <a:sym typeface="Calibri"/>
              </a:rPr>
              <a:t>Three main ways - </a:t>
            </a:r>
            <a:r>
              <a:rPr lang="en-US" sz="1600" b="1" dirty="0">
                <a:solidFill>
                  <a:srgbClr val="FF0000"/>
                </a:solidFill>
                <a:latin typeface="Calibri"/>
                <a:ea typeface="Calibri"/>
                <a:cs typeface="Calibri"/>
                <a:sym typeface="Calibri"/>
              </a:rPr>
              <a:t>Bagging, Boosting, Stacking</a:t>
            </a:r>
            <a:endParaRPr sz="1600" b="1" dirty="0">
              <a:solidFill>
                <a:srgbClr val="FF0000"/>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sz="1600" dirty="0">
                <a:solidFill>
                  <a:schemeClr val="dk1"/>
                </a:solidFill>
                <a:latin typeface="Calibri"/>
                <a:ea typeface="Calibri"/>
                <a:cs typeface="Calibri"/>
                <a:sym typeface="Calibri"/>
              </a:rPr>
              <a:t>Bagging reduces variance, Boosting reduces bias, Stacking improve predictive force </a:t>
            </a:r>
            <a:r>
              <a:rPr lang="en-US" sz="1600" dirty="0">
                <a:solidFill>
                  <a:schemeClr val="dk1"/>
                </a:solidFill>
                <a:latin typeface="Calibri"/>
                <a:ea typeface="Calibri"/>
                <a:cs typeface="Calibri"/>
                <a:sym typeface="Wingdings" pitchFamily="2" charset="2"/>
              </a:rPr>
              <a:t> </a:t>
            </a: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lang="en-US"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None/>
            </a:pPr>
            <a:r>
              <a:rPr lang="en-US" sz="1600" b="1" dirty="0">
                <a:solidFill>
                  <a:srgbClr val="0000FF"/>
                </a:solidFill>
                <a:latin typeface="Calibri"/>
                <a:cs typeface="Calibri"/>
                <a:sym typeface="Calibri"/>
              </a:rPr>
              <a:t>Random Forest </a:t>
            </a:r>
            <a:r>
              <a:rPr lang="en-US" sz="1600" dirty="0">
                <a:solidFill>
                  <a:schemeClr val="dk1"/>
                </a:solidFill>
                <a:latin typeface="Calibri"/>
                <a:ea typeface="Calibri"/>
                <a:cs typeface="Calibri"/>
                <a:sym typeface="Calibri"/>
              </a:rPr>
              <a:t>– parallel independent learners, democratic equal-weight voting.</a:t>
            </a: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Note - </a:t>
            </a:r>
            <a:r>
              <a:rPr lang="en-US" sz="1600" b="1" dirty="0">
                <a:solidFill>
                  <a:srgbClr val="0000FF"/>
                </a:solidFill>
                <a:latin typeface="Calibri"/>
                <a:ea typeface="Calibri"/>
                <a:cs typeface="Calibri"/>
                <a:sym typeface="Calibri"/>
              </a:rPr>
              <a:t>Random Forest</a:t>
            </a:r>
            <a:r>
              <a:rPr lang="en-US" sz="1600" dirty="0">
                <a:solidFill>
                  <a:schemeClr val="dk1"/>
                </a:solidFill>
                <a:latin typeface="Calibri"/>
                <a:ea typeface="Calibri"/>
                <a:cs typeface="Calibri"/>
                <a:sym typeface="Calibri"/>
              </a:rPr>
              <a:t> is a specific case of </a:t>
            </a:r>
            <a:r>
              <a:rPr lang="en-US" sz="1600" b="1" dirty="0">
                <a:solidFill>
                  <a:srgbClr val="FF0000"/>
                </a:solidFill>
                <a:latin typeface="Calibri"/>
                <a:ea typeface="Calibri"/>
                <a:cs typeface="Calibri"/>
                <a:sym typeface="Calibri"/>
              </a:rPr>
              <a:t>Bagging</a:t>
            </a:r>
            <a:r>
              <a:rPr lang="en-US" sz="1600" dirty="0">
                <a:solidFill>
                  <a:schemeClr val="dk1"/>
                </a:solidFill>
                <a:latin typeface="Calibri"/>
                <a:ea typeface="Calibri"/>
                <a:cs typeface="Calibri"/>
                <a:sym typeface="Calibri"/>
              </a:rPr>
              <a:t> (</a:t>
            </a:r>
            <a:r>
              <a:rPr lang="en-US" sz="1600" b="1" dirty="0">
                <a:solidFill>
                  <a:schemeClr val="dk1"/>
                </a:solidFill>
                <a:latin typeface="Calibri"/>
                <a:ea typeface="Calibri"/>
                <a:cs typeface="Calibri"/>
                <a:sym typeface="Calibri"/>
              </a:rPr>
              <a:t>Bootstrap (Data Sampling) + Aggregating (voting)</a:t>
            </a: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You have N = 1 million photos to train an algorithm to determine if a photo has an elephant in it.</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You train </a:t>
            </a:r>
            <a:r>
              <a:rPr lang="en-US" sz="1600" dirty="0" err="1">
                <a:solidFill>
                  <a:schemeClr val="dk1"/>
                </a:solidFill>
                <a:latin typeface="Calibri"/>
                <a:ea typeface="Calibri"/>
                <a:cs typeface="Calibri"/>
                <a:sym typeface="Calibri"/>
              </a:rPr>
              <a:t>approx</a:t>
            </a:r>
            <a:r>
              <a:rPr lang="en-US" sz="1600" dirty="0">
                <a:solidFill>
                  <a:schemeClr val="dk1"/>
                </a:solidFill>
                <a:latin typeface="Calibri"/>
                <a:ea typeface="Calibri"/>
                <a:cs typeface="Calibri"/>
                <a:sym typeface="Calibri"/>
              </a:rPr>
              <a:t> </a:t>
            </a:r>
            <a:r>
              <a:rPr lang="en-US" sz="1600" b="1" dirty="0">
                <a:solidFill>
                  <a:srgbClr val="0000FF"/>
                </a:solidFill>
                <a:latin typeface="Calibri"/>
                <a:ea typeface="Calibri"/>
                <a:cs typeface="Calibri"/>
                <a:sym typeface="Calibri"/>
              </a:rPr>
              <a:t>sqrt(N)</a:t>
            </a:r>
            <a:r>
              <a:rPr lang="en-US" sz="1600" dirty="0">
                <a:solidFill>
                  <a:schemeClr val="dk1"/>
                </a:solidFill>
                <a:latin typeface="Calibri"/>
                <a:ea typeface="Calibri"/>
                <a:cs typeface="Calibri"/>
                <a:sym typeface="Calibri"/>
              </a:rPr>
              <a:t> = 200 decision trees. </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Each tree gets a random subset of data (for example, 10K photos), and a random subset of features to look for (legs, trunk, ears, etc.).  </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Trees are trained independently.</a:t>
            </a: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Once trained, these trees can "look" at a test photo to make a determination, and then democratically vote their decision (is there an elephant there or not?)</a:t>
            </a:r>
          </a:p>
          <a:p>
            <a:pPr lvl="0"/>
            <a:endParaRPr lang="en-US" sz="1600" dirty="0">
              <a:solidFill>
                <a:schemeClr val="dk1"/>
              </a:solidFill>
              <a:latin typeface="Calibri"/>
              <a:ea typeface="Calibri"/>
              <a:cs typeface="Calibri"/>
              <a:sym typeface="Calibri"/>
            </a:endParaRPr>
          </a:p>
          <a:p>
            <a:pPr lvl="0"/>
            <a:r>
              <a:rPr lang="en-US" sz="16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None/>
            </a:pPr>
            <a:r>
              <a:rPr lang="en-US" sz="1600" b="1" dirty="0">
                <a:solidFill>
                  <a:srgbClr val="0000FF"/>
                </a:solidFill>
                <a:latin typeface="Calibri"/>
                <a:cs typeface="Calibri"/>
                <a:sym typeface="Calibri"/>
              </a:rPr>
              <a:t>Boosted Trees</a:t>
            </a:r>
            <a:r>
              <a:rPr lang="en-US" sz="1600" dirty="0">
                <a:solidFill>
                  <a:schemeClr val="dk1"/>
                </a:solidFill>
                <a:latin typeface="Calibri"/>
                <a:ea typeface="Calibri"/>
                <a:cs typeface="Calibri"/>
                <a:sym typeface="Calibri"/>
              </a:rPr>
              <a:t> – trees trained sequentially (</a:t>
            </a:r>
            <a:r>
              <a:rPr lang="en-US" sz="1600" b="1" dirty="0">
                <a:solidFill>
                  <a:srgbClr val="FF0000"/>
                </a:solidFill>
                <a:latin typeface="Calibri"/>
                <a:ea typeface="Calibri"/>
                <a:cs typeface="Calibri"/>
                <a:sym typeface="Calibri"/>
              </a:rPr>
              <a:t>Boosting</a:t>
            </a: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Train 1</a:t>
            </a:r>
            <a:r>
              <a:rPr lang="en-US" sz="1600" baseline="30000" dirty="0">
                <a:solidFill>
                  <a:schemeClr val="dk1"/>
                </a:solidFill>
                <a:latin typeface="Calibri"/>
                <a:ea typeface="Calibri"/>
                <a:cs typeface="Calibri"/>
                <a:sym typeface="Calibri"/>
              </a:rPr>
              <a:t>st</a:t>
            </a:r>
            <a:r>
              <a:rPr lang="en-US" sz="1600" dirty="0">
                <a:solidFill>
                  <a:schemeClr val="dk1"/>
                </a:solidFill>
                <a:latin typeface="Calibri"/>
                <a:ea typeface="Calibri"/>
                <a:cs typeface="Calibri"/>
                <a:sym typeface="Calibri"/>
              </a:rPr>
              <a:t> tree</a:t>
            </a: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Train 2</a:t>
            </a:r>
            <a:r>
              <a:rPr lang="en-US" sz="1600" baseline="30000" dirty="0">
                <a:solidFill>
                  <a:schemeClr val="dk1"/>
                </a:solidFill>
                <a:latin typeface="Calibri"/>
                <a:ea typeface="Calibri"/>
                <a:cs typeface="Calibri"/>
                <a:sym typeface="Calibri"/>
              </a:rPr>
              <a:t>nd</a:t>
            </a:r>
            <a:r>
              <a:rPr lang="en-US" sz="1600" dirty="0">
                <a:solidFill>
                  <a:schemeClr val="dk1"/>
                </a:solidFill>
                <a:latin typeface="Calibri"/>
                <a:ea typeface="Calibri"/>
                <a:cs typeface="Calibri"/>
                <a:sym typeface="Calibri"/>
              </a:rPr>
              <a:t> tree concentrating on fixing errors left after 1</a:t>
            </a:r>
            <a:r>
              <a:rPr lang="en-US" sz="1600" baseline="30000" dirty="0">
                <a:solidFill>
                  <a:schemeClr val="dk1"/>
                </a:solidFill>
                <a:latin typeface="Calibri"/>
                <a:ea typeface="Calibri"/>
                <a:cs typeface="Calibri"/>
                <a:sym typeface="Calibri"/>
              </a:rPr>
              <a:t>st</a:t>
            </a:r>
            <a:r>
              <a:rPr lang="en-US" sz="1600" dirty="0">
                <a:solidFill>
                  <a:schemeClr val="dk1"/>
                </a:solidFill>
                <a:latin typeface="Calibri"/>
                <a:ea typeface="Calibri"/>
                <a:cs typeface="Calibri"/>
                <a:sym typeface="Calibri"/>
              </a:rPr>
              <a:t> tree, combine trees (weighted voting)</a:t>
            </a:r>
          </a:p>
          <a:p>
            <a:pPr lvl="0"/>
            <a:r>
              <a:rPr lang="en-US" sz="1600" dirty="0">
                <a:solidFill>
                  <a:schemeClr val="dk1"/>
                </a:solidFill>
                <a:latin typeface="Calibri"/>
                <a:ea typeface="Calibri"/>
                <a:cs typeface="Calibri"/>
                <a:sym typeface="Calibri"/>
              </a:rPr>
              <a:t>Train 3</a:t>
            </a:r>
            <a:r>
              <a:rPr lang="en-US" sz="1600" baseline="30000" dirty="0">
                <a:solidFill>
                  <a:schemeClr val="dk1"/>
                </a:solidFill>
                <a:latin typeface="Calibri"/>
                <a:ea typeface="Calibri"/>
                <a:cs typeface="Calibri"/>
                <a:sym typeface="Calibri"/>
              </a:rPr>
              <a:t>rd</a:t>
            </a:r>
            <a:r>
              <a:rPr lang="en-US" sz="1600" dirty="0">
                <a:solidFill>
                  <a:schemeClr val="dk1"/>
                </a:solidFill>
                <a:latin typeface="Calibri"/>
                <a:ea typeface="Calibri"/>
                <a:cs typeface="Calibri"/>
                <a:sym typeface="Calibri"/>
              </a:rPr>
              <a:t> tree concentrating on fixing errors left after 1</a:t>
            </a:r>
            <a:r>
              <a:rPr lang="en-US" sz="1600" baseline="30000" dirty="0">
                <a:solidFill>
                  <a:schemeClr val="dk1"/>
                </a:solidFill>
                <a:latin typeface="Calibri"/>
                <a:ea typeface="Calibri"/>
                <a:cs typeface="Calibri"/>
                <a:sym typeface="Calibri"/>
              </a:rPr>
              <a:t>st</a:t>
            </a:r>
            <a:r>
              <a:rPr lang="en-US" sz="1600" dirty="0">
                <a:solidFill>
                  <a:schemeClr val="dk1"/>
                </a:solidFill>
                <a:latin typeface="Calibri"/>
                <a:ea typeface="Calibri"/>
                <a:cs typeface="Calibri"/>
                <a:sym typeface="Calibri"/>
              </a:rPr>
              <a:t> and 2</a:t>
            </a:r>
            <a:r>
              <a:rPr lang="en-US" sz="1600" baseline="30000" dirty="0">
                <a:solidFill>
                  <a:schemeClr val="dk1"/>
                </a:solidFill>
                <a:latin typeface="Calibri"/>
                <a:ea typeface="Calibri"/>
                <a:cs typeface="Calibri"/>
                <a:sym typeface="Calibri"/>
              </a:rPr>
              <a:t>nd</a:t>
            </a:r>
            <a:r>
              <a:rPr lang="en-US" sz="1600" dirty="0">
                <a:solidFill>
                  <a:schemeClr val="dk1"/>
                </a:solidFill>
                <a:latin typeface="Calibri"/>
                <a:ea typeface="Calibri"/>
                <a:cs typeface="Calibri"/>
                <a:sym typeface="Calibri"/>
              </a:rPr>
              <a:t> trees, etc.</a:t>
            </a:r>
          </a:p>
          <a:p>
            <a:pPr marL="0" marR="0" lvl="0" indent="0" algn="l" rtl="0">
              <a:lnSpc>
                <a:spcPct val="100000"/>
              </a:lnSpc>
              <a:spcBef>
                <a:spcPts val="0"/>
              </a:spcBef>
              <a:spcAft>
                <a:spcPts val="0"/>
              </a:spcAft>
              <a:buNone/>
            </a:pPr>
            <a:r>
              <a:rPr lang="en-US" sz="1600" dirty="0">
                <a:solidFill>
                  <a:schemeClr val="dk1"/>
                </a:solidFill>
                <a:latin typeface="Calibri"/>
                <a:ea typeface="Calibri"/>
                <a:cs typeface="Calibri"/>
                <a:sym typeface="Calibri"/>
              </a:rPr>
              <a:t>Continue boosting accuracy by adding trees.</a:t>
            </a:r>
          </a:p>
          <a:p>
            <a:endParaRPr lang="en-US" sz="1600" dirty="0">
              <a:solidFill>
                <a:schemeClr val="dk1"/>
              </a:solidFill>
              <a:latin typeface="Calibri"/>
              <a:ea typeface="Calibri"/>
              <a:cs typeface="Calibri"/>
              <a:sym typeface="Calibri"/>
            </a:endParaRPr>
          </a:p>
          <a:p>
            <a:r>
              <a:rPr lang="en-US" sz="16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None/>
            </a:pPr>
            <a:r>
              <a:rPr lang="en-US" sz="1600" b="1" dirty="0">
                <a:solidFill>
                  <a:srgbClr val="FF0000"/>
                </a:solidFill>
                <a:latin typeface="Calibri"/>
                <a:cs typeface="Calibri"/>
                <a:sym typeface="Calibri"/>
              </a:rPr>
              <a:t>Stacking</a:t>
            </a:r>
            <a:r>
              <a:rPr lang="en-US" sz="1600" dirty="0">
                <a:solidFill>
                  <a:schemeClr val="dk1"/>
                </a:solidFill>
                <a:latin typeface="Calibri"/>
                <a:ea typeface="Calibri"/>
                <a:cs typeface="Calibri"/>
                <a:sym typeface="Calibri"/>
              </a:rPr>
              <a:t>  (Meta-learner) - train several different models, and then train model on top of their outputs</a:t>
            </a:r>
            <a:endParaRPr sz="16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800" dirty="0">
                <a:solidFill>
                  <a:schemeClr val="dk1"/>
                </a:solidFill>
                <a:latin typeface="Calibri"/>
                <a:ea typeface="Calibri"/>
                <a:cs typeface="Calibri"/>
                <a:sym typeface="Calibri"/>
              </a:rPr>
              <a:t> - </a:t>
            </a:r>
            <a:r>
              <a:rPr lang="en-US" sz="1800" u="sng" dirty="0">
                <a:solidFill>
                  <a:schemeClr val="hlink"/>
                </a:solidFill>
                <a:latin typeface="Calibri"/>
                <a:ea typeface="Calibri"/>
                <a:cs typeface="Calibri"/>
                <a:sym typeface="Calibri"/>
                <a:hlinkClick r:id="rId3"/>
              </a:rPr>
              <a:t>https://www.kdnuggets.com/2017/02/stacking-models-imropved-predictions.html</a:t>
            </a:r>
            <a:endParaRPr sz="18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1E527F17-E84E-E846-AF96-56820D75E80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555447" y="1715814"/>
            <a:ext cx="2284248" cy="1713186"/>
          </a:xfrm>
          <a:prstGeom prst="rect">
            <a:avLst/>
          </a:prstGeom>
        </p:spPr>
      </p:pic>
      <p:pic>
        <p:nvPicPr>
          <p:cNvPr id="3" name="Picture 2">
            <a:extLst>
              <a:ext uri="{FF2B5EF4-FFF2-40B4-BE49-F238E27FC236}">
                <a16:creationId xmlns:a16="http://schemas.microsoft.com/office/drawing/2014/main" id="{3A1770D4-8E7C-9445-BB4C-26DEC612CE9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436694" y="3779426"/>
            <a:ext cx="2284248" cy="26551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p:nvPr/>
        </p:nvSpPr>
        <p:spPr>
          <a:xfrm>
            <a:off x="255564" y="177725"/>
            <a:ext cx="4852464" cy="147690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Bootstrap Sampling </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method of preparing a set of data samples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by sampling them (with replacement) from original data set</a:t>
            </a:r>
          </a:p>
        </p:txBody>
      </p:sp>
      <p:pic>
        <p:nvPicPr>
          <p:cNvPr id="2" name="Picture 1">
            <a:extLst>
              <a:ext uri="{FF2B5EF4-FFF2-40B4-BE49-F238E27FC236}">
                <a16:creationId xmlns:a16="http://schemas.microsoft.com/office/drawing/2014/main" id="{8993693C-0F3A-804B-9BB8-F9E34878B6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3682" y="2495929"/>
            <a:ext cx="5097517" cy="3823138"/>
          </a:xfrm>
          <a:prstGeom prst="rect">
            <a:avLst/>
          </a:prstGeom>
        </p:spPr>
      </p:pic>
      <p:pic>
        <p:nvPicPr>
          <p:cNvPr id="5" name="Google Shape;96;p14">
            <a:extLst>
              <a:ext uri="{FF2B5EF4-FFF2-40B4-BE49-F238E27FC236}">
                <a16:creationId xmlns:a16="http://schemas.microsoft.com/office/drawing/2014/main" id="{43FCCCFC-3C64-254C-94C8-2587F2161CCA}"/>
              </a:ext>
            </a:extLst>
          </p:cNvPr>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9845188" y="4407498"/>
            <a:ext cx="1949375" cy="2293375"/>
          </a:xfrm>
          <a:prstGeom prst="rect">
            <a:avLst/>
          </a:prstGeom>
          <a:noFill/>
          <a:ln>
            <a:noFill/>
          </a:ln>
        </p:spPr>
      </p:pic>
      <p:sp>
        <p:nvSpPr>
          <p:cNvPr id="6" name="Google Shape;99;p14">
            <a:extLst>
              <a:ext uri="{FF2B5EF4-FFF2-40B4-BE49-F238E27FC236}">
                <a16:creationId xmlns:a16="http://schemas.microsoft.com/office/drawing/2014/main" id="{C4B05C5E-3DE0-AF4C-85D2-84229E14D805}"/>
              </a:ext>
            </a:extLst>
          </p:cNvPr>
          <p:cNvSpPr txBox="1"/>
          <p:nvPr/>
        </p:nvSpPr>
        <p:spPr>
          <a:xfrm>
            <a:off x="8765628" y="3326006"/>
            <a:ext cx="3352497" cy="94119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t>Another meaning of the word bootstrap: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"pull oneself over a fence by one's bootstraps"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p:nvPr/>
        </p:nvSpPr>
        <p:spPr>
          <a:xfrm>
            <a:off x="0" y="30538"/>
            <a:ext cx="4046484" cy="62110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Boosting Algorithms</a:t>
            </a:r>
          </a:p>
        </p:txBody>
      </p:sp>
      <p:sp>
        <p:nvSpPr>
          <p:cNvPr id="7" name="Google Shape;104;p15">
            <a:extLst>
              <a:ext uri="{FF2B5EF4-FFF2-40B4-BE49-F238E27FC236}">
                <a16:creationId xmlns:a16="http://schemas.microsoft.com/office/drawing/2014/main" id="{78FD9845-18A0-D740-BE73-A04198B9426D}"/>
              </a:ext>
            </a:extLst>
          </p:cNvPr>
          <p:cNvSpPr txBox="1"/>
          <p:nvPr/>
        </p:nvSpPr>
        <p:spPr>
          <a:xfrm>
            <a:off x="-5255" y="474769"/>
            <a:ext cx="5780690" cy="406882"/>
          </a:xfrm>
          <a:prstGeom prst="rect">
            <a:avLst/>
          </a:prstGeom>
          <a:noFill/>
          <a:ln>
            <a:noFill/>
          </a:ln>
        </p:spPr>
        <p:txBody>
          <a:bodyPr spcFirstLastPara="1" wrap="square" lIns="91425" tIns="45700" rIns="91425" bIns="45700" anchor="t" anchorCtr="0">
            <a:noAutofit/>
          </a:bodyPr>
          <a:lstStyle/>
          <a:p>
            <a:pPr lvl="0"/>
            <a:r>
              <a:rPr lang="en-US" sz="1800" dirty="0">
                <a:solidFill>
                  <a:schemeClr val="dk1"/>
                </a:solidFill>
                <a:latin typeface="Calibri"/>
                <a:ea typeface="Calibri"/>
                <a:cs typeface="Calibri"/>
                <a:sym typeface="Calibri"/>
              </a:rPr>
              <a:t>In practice you need to test which one works better for you.</a:t>
            </a:r>
          </a:p>
        </p:txBody>
      </p:sp>
      <p:sp>
        <p:nvSpPr>
          <p:cNvPr id="3" name="TextBox 2">
            <a:extLst>
              <a:ext uri="{FF2B5EF4-FFF2-40B4-BE49-F238E27FC236}">
                <a16:creationId xmlns:a16="http://schemas.microsoft.com/office/drawing/2014/main" id="{083E4339-33ED-D143-9BE2-AD1480E24539}"/>
              </a:ext>
            </a:extLst>
          </p:cNvPr>
          <p:cNvSpPr txBox="1"/>
          <p:nvPr/>
        </p:nvSpPr>
        <p:spPr>
          <a:xfrm>
            <a:off x="7704083" y="2507542"/>
            <a:ext cx="4487917" cy="3323987"/>
          </a:xfrm>
          <a:prstGeom prst="rect">
            <a:avLst/>
          </a:prstGeom>
          <a:noFill/>
        </p:spPr>
        <p:txBody>
          <a:bodyPr wrap="square" rtlCol="0">
            <a:spAutoFit/>
          </a:bodyPr>
          <a:lstStyle/>
          <a:p>
            <a:r>
              <a:rPr lang="en-US" dirty="0"/>
              <a:t>From Wikipedia:</a:t>
            </a:r>
          </a:p>
          <a:p>
            <a:endParaRPr lang="en-US" dirty="0"/>
          </a:p>
          <a:p>
            <a:r>
              <a:rPr lang="en-US" dirty="0"/>
              <a:t>The idea of gradient boosting originated in the observation by </a:t>
            </a:r>
            <a:r>
              <a:rPr lang="en-US" b="1" dirty="0">
                <a:solidFill>
                  <a:srgbClr val="0070C0"/>
                </a:solidFill>
              </a:rPr>
              <a:t>Leo </a:t>
            </a:r>
            <a:r>
              <a:rPr lang="en-US" b="1" dirty="0" err="1">
                <a:solidFill>
                  <a:srgbClr val="0070C0"/>
                </a:solidFill>
              </a:rPr>
              <a:t>Breiman</a:t>
            </a:r>
            <a:r>
              <a:rPr lang="en-US" dirty="0"/>
              <a:t> that boosting can be interpreted as an optimization algorithm on a suitable cost function (1997, Berkeley). </a:t>
            </a:r>
          </a:p>
          <a:p>
            <a:endParaRPr lang="en-US" dirty="0"/>
          </a:p>
          <a:p>
            <a:r>
              <a:rPr lang="en-US" dirty="0"/>
              <a:t>Explicit regression gradient boosting algorithms were subsequently developed by </a:t>
            </a:r>
            <a:r>
              <a:rPr lang="en-US" b="1" dirty="0">
                <a:solidFill>
                  <a:srgbClr val="0070C0"/>
                </a:solidFill>
              </a:rPr>
              <a:t>Jerome H. Friedman</a:t>
            </a:r>
            <a:r>
              <a:rPr lang="en-US" dirty="0"/>
              <a:t> (1999, Berkeley)</a:t>
            </a:r>
          </a:p>
          <a:p>
            <a:endParaRPr lang="en-US" dirty="0"/>
          </a:p>
          <a:p>
            <a:r>
              <a:rPr lang="en-US" dirty="0"/>
              <a:t>... simultaneously with the more general functional gradient boosting perspective of </a:t>
            </a:r>
            <a:r>
              <a:rPr lang="en-US" b="1" dirty="0" err="1">
                <a:solidFill>
                  <a:srgbClr val="0070C0"/>
                </a:solidFill>
              </a:rPr>
              <a:t>Llew</a:t>
            </a:r>
            <a:r>
              <a:rPr lang="en-US" b="1" dirty="0">
                <a:solidFill>
                  <a:srgbClr val="0070C0"/>
                </a:solidFill>
              </a:rPr>
              <a:t> Mason, Jonathan Baxter, Peter Bartlett and Marcus </a:t>
            </a:r>
            <a:r>
              <a:rPr lang="en-US" b="1" dirty="0" err="1">
                <a:solidFill>
                  <a:srgbClr val="0070C0"/>
                </a:solidFill>
              </a:rPr>
              <a:t>Frean</a:t>
            </a:r>
            <a:r>
              <a:rPr lang="en-US" dirty="0"/>
              <a:t> (1999).</a:t>
            </a:r>
          </a:p>
        </p:txBody>
      </p:sp>
      <p:pic>
        <p:nvPicPr>
          <p:cNvPr id="4" name="Picture 3">
            <a:extLst>
              <a:ext uri="{FF2B5EF4-FFF2-40B4-BE49-F238E27FC236}">
                <a16:creationId xmlns:a16="http://schemas.microsoft.com/office/drawing/2014/main" id="{E3827E66-1C05-B04C-9AB5-2A47A3BFEFA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34159" y="2507542"/>
            <a:ext cx="1102313" cy="1256482"/>
          </a:xfrm>
          <a:prstGeom prst="rect">
            <a:avLst/>
          </a:prstGeom>
        </p:spPr>
      </p:pic>
      <p:pic>
        <p:nvPicPr>
          <p:cNvPr id="8" name="Picture 7">
            <a:extLst>
              <a:ext uri="{FF2B5EF4-FFF2-40B4-BE49-F238E27FC236}">
                <a16:creationId xmlns:a16="http://schemas.microsoft.com/office/drawing/2014/main" id="{2F631B49-6F11-5544-9448-FE2B93DB432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90782" y="4679172"/>
            <a:ext cx="1192925" cy="639312"/>
          </a:xfrm>
          <a:prstGeom prst="rect">
            <a:avLst/>
          </a:prstGeom>
        </p:spPr>
      </p:pic>
      <p:pic>
        <p:nvPicPr>
          <p:cNvPr id="9" name="Picture 8">
            <a:extLst>
              <a:ext uri="{FF2B5EF4-FFF2-40B4-BE49-F238E27FC236}">
                <a16:creationId xmlns:a16="http://schemas.microsoft.com/office/drawing/2014/main" id="{3EC75FCD-38D4-9C47-B27F-BE2872EB612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2526" y="5916168"/>
            <a:ext cx="1189970" cy="467063"/>
          </a:xfrm>
          <a:prstGeom prst="rect">
            <a:avLst/>
          </a:prstGeom>
        </p:spPr>
      </p:pic>
      <p:sp>
        <p:nvSpPr>
          <p:cNvPr id="10" name="TextBox 9">
            <a:extLst>
              <a:ext uri="{FF2B5EF4-FFF2-40B4-BE49-F238E27FC236}">
                <a16:creationId xmlns:a16="http://schemas.microsoft.com/office/drawing/2014/main" id="{783EB7E4-CAF1-4E4A-8004-ACEE3CDFF72F}"/>
              </a:ext>
            </a:extLst>
          </p:cNvPr>
          <p:cNvSpPr txBox="1"/>
          <p:nvPr/>
        </p:nvSpPr>
        <p:spPr>
          <a:xfrm>
            <a:off x="37423" y="1173722"/>
            <a:ext cx="3762703" cy="646331"/>
          </a:xfrm>
          <a:prstGeom prst="rect">
            <a:avLst/>
          </a:prstGeom>
          <a:noFill/>
        </p:spPr>
        <p:txBody>
          <a:bodyPr wrap="square" rtlCol="0">
            <a:spAutoFit/>
          </a:bodyPr>
          <a:lstStyle/>
          <a:p>
            <a:r>
              <a:rPr lang="en-US" sz="1800" dirty="0">
                <a:solidFill>
                  <a:schemeClr val="dk1"/>
                </a:solidFill>
                <a:latin typeface="Calibri"/>
                <a:ea typeface="Calibri"/>
                <a:cs typeface="Calibri"/>
                <a:sym typeface="Calibri"/>
              </a:rPr>
              <a:t>AdaBoost - Yoav Freund &amp; Robert </a:t>
            </a:r>
            <a:r>
              <a:rPr lang="en-US" sz="1800" dirty="0" err="1">
                <a:solidFill>
                  <a:schemeClr val="dk1"/>
                </a:solidFill>
                <a:latin typeface="Calibri"/>
                <a:ea typeface="Calibri"/>
                <a:cs typeface="Calibri"/>
                <a:sym typeface="Calibri"/>
              </a:rPr>
              <a:t>Schapire</a:t>
            </a:r>
            <a:r>
              <a:rPr lang="en-US" sz="1800" dirty="0">
                <a:solidFill>
                  <a:schemeClr val="dk1"/>
                </a:solidFill>
                <a:latin typeface="Calibri"/>
                <a:ea typeface="Calibri"/>
                <a:cs typeface="Calibri"/>
                <a:sym typeface="Calibri"/>
              </a:rPr>
              <a:t> (2003 Gödel Prize). </a:t>
            </a:r>
          </a:p>
        </p:txBody>
      </p:sp>
      <p:sp>
        <p:nvSpPr>
          <p:cNvPr id="12" name="TextBox 11">
            <a:extLst>
              <a:ext uri="{FF2B5EF4-FFF2-40B4-BE49-F238E27FC236}">
                <a16:creationId xmlns:a16="http://schemas.microsoft.com/office/drawing/2014/main" id="{0D6C6370-8D22-BD4D-A729-E7FA4756D967}"/>
              </a:ext>
            </a:extLst>
          </p:cNvPr>
          <p:cNvSpPr txBox="1"/>
          <p:nvPr/>
        </p:nvSpPr>
        <p:spPr>
          <a:xfrm>
            <a:off x="1579635" y="2919394"/>
            <a:ext cx="3762703" cy="646331"/>
          </a:xfrm>
          <a:prstGeom prst="rect">
            <a:avLst/>
          </a:prstGeom>
          <a:noFill/>
        </p:spPr>
        <p:txBody>
          <a:bodyPr wrap="square" rtlCol="0">
            <a:spAutoFit/>
          </a:bodyPr>
          <a:lstStyle/>
          <a:p>
            <a:pPr lvl="0"/>
            <a:r>
              <a:rPr lang="en-US" sz="1800" dirty="0" err="1">
                <a:solidFill>
                  <a:schemeClr val="dk1"/>
                </a:solidFill>
                <a:latin typeface="Calibri"/>
                <a:ea typeface="Calibri"/>
                <a:cs typeface="Calibri"/>
                <a:sym typeface="Calibri"/>
              </a:rPr>
              <a:t>XGBoost</a:t>
            </a:r>
            <a:r>
              <a:rPr lang="en-US" sz="1800" dirty="0">
                <a:solidFill>
                  <a:schemeClr val="dk1"/>
                </a:solidFill>
                <a:latin typeface="Calibri"/>
                <a:ea typeface="Calibri"/>
                <a:cs typeface="Calibri"/>
                <a:sym typeface="Calibri"/>
              </a:rPr>
              <a:t> (2014-2016, )</a:t>
            </a:r>
          </a:p>
          <a:p>
            <a:pPr lvl="0"/>
            <a:r>
              <a:rPr lang="en-US" sz="1800" dirty="0">
                <a:solidFill>
                  <a:schemeClr val="dk1"/>
                </a:solidFill>
                <a:latin typeface="Calibri"/>
                <a:ea typeface="Calibri"/>
                <a:cs typeface="Calibri"/>
                <a:sym typeface="Calibri"/>
              </a:rPr>
              <a:t> – more flexible and optimized</a:t>
            </a:r>
          </a:p>
        </p:txBody>
      </p:sp>
      <p:sp>
        <p:nvSpPr>
          <p:cNvPr id="13" name="TextBox 12">
            <a:extLst>
              <a:ext uri="{FF2B5EF4-FFF2-40B4-BE49-F238E27FC236}">
                <a16:creationId xmlns:a16="http://schemas.microsoft.com/office/drawing/2014/main" id="{62637333-044B-254E-B1A2-26B01871400E}"/>
              </a:ext>
            </a:extLst>
          </p:cNvPr>
          <p:cNvSpPr txBox="1"/>
          <p:nvPr/>
        </p:nvSpPr>
        <p:spPr>
          <a:xfrm>
            <a:off x="334159" y="4604501"/>
            <a:ext cx="3569247" cy="923330"/>
          </a:xfrm>
          <a:prstGeom prst="rect">
            <a:avLst/>
          </a:prstGeom>
          <a:noFill/>
        </p:spPr>
        <p:txBody>
          <a:bodyPr wrap="square" rtlCol="0">
            <a:spAutoFit/>
          </a:bodyPr>
          <a:lstStyle/>
          <a:p>
            <a:pPr lvl="0"/>
            <a:r>
              <a:rPr lang="en-US" sz="1800" dirty="0">
                <a:solidFill>
                  <a:schemeClr val="dk1"/>
                </a:solidFill>
                <a:latin typeface="Calibri"/>
                <a:ea typeface="Calibri"/>
                <a:cs typeface="Calibri"/>
                <a:sym typeface="Calibri"/>
              </a:rPr>
              <a:t>Light GBM (2016, Microsoft)</a:t>
            </a:r>
          </a:p>
          <a:p>
            <a:pPr lvl="0"/>
            <a:r>
              <a:rPr lang="en-US" sz="1800" dirty="0">
                <a:solidFill>
                  <a:schemeClr val="dk1"/>
                </a:solidFill>
                <a:latin typeface="Calibri"/>
                <a:ea typeface="Calibri"/>
                <a:cs typeface="Calibri"/>
                <a:sym typeface="Calibri"/>
              </a:rPr>
              <a:t> – fast-performing, distributed</a:t>
            </a:r>
          </a:p>
          <a:p>
            <a:pPr lvl="0"/>
            <a:r>
              <a:rPr lang="en-US" sz="1800" dirty="0">
                <a:solidFill>
                  <a:schemeClr val="dk1"/>
                </a:solidFill>
                <a:latin typeface="Calibri"/>
                <a:ea typeface="Calibri"/>
                <a:cs typeface="Calibri"/>
                <a:sym typeface="Calibri"/>
              </a:rPr>
              <a:t>(GBM = Gradient Boosting Machine)</a:t>
            </a:r>
          </a:p>
        </p:txBody>
      </p:sp>
      <p:sp>
        <p:nvSpPr>
          <p:cNvPr id="14" name="TextBox 13">
            <a:extLst>
              <a:ext uri="{FF2B5EF4-FFF2-40B4-BE49-F238E27FC236}">
                <a16:creationId xmlns:a16="http://schemas.microsoft.com/office/drawing/2014/main" id="{D663C5B4-A0A5-A746-B80C-2EE3A0FB96FE}"/>
              </a:ext>
            </a:extLst>
          </p:cNvPr>
          <p:cNvSpPr txBox="1"/>
          <p:nvPr/>
        </p:nvSpPr>
        <p:spPr>
          <a:xfrm>
            <a:off x="1436472" y="5831529"/>
            <a:ext cx="4887310" cy="923330"/>
          </a:xfrm>
          <a:prstGeom prst="rect">
            <a:avLst/>
          </a:prstGeom>
          <a:noFill/>
        </p:spPr>
        <p:txBody>
          <a:bodyPr wrap="square" rtlCol="0">
            <a:spAutoFit/>
          </a:bodyPr>
          <a:lstStyle/>
          <a:p>
            <a:pPr lvl="0"/>
            <a:r>
              <a:rPr lang="en-US" sz="1800" dirty="0" err="1">
                <a:solidFill>
                  <a:schemeClr val="dk1"/>
                </a:solidFill>
                <a:latin typeface="Calibri"/>
                <a:ea typeface="Calibri"/>
                <a:cs typeface="Calibri"/>
                <a:sym typeface="Calibri"/>
              </a:rPr>
              <a:t>CatBoost</a:t>
            </a:r>
            <a:r>
              <a:rPr lang="en-US" sz="1800" dirty="0">
                <a:solidFill>
                  <a:schemeClr val="dk1"/>
                </a:solidFill>
                <a:latin typeface="Calibri"/>
                <a:ea typeface="Calibri"/>
                <a:cs typeface="Calibri"/>
                <a:sym typeface="Calibri"/>
              </a:rPr>
              <a:t> (2017, Yandex – Russian search engine) </a:t>
            </a:r>
          </a:p>
          <a:p>
            <a:pPr lvl="0"/>
            <a:r>
              <a:rPr lang="en-US" sz="1800" dirty="0">
                <a:solidFill>
                  <a:schemeClr val="dk1"/>
                </a:solidFill>
                <a:latin typeface="Calibri"/>
                <a:ea typeface="Calibri"/>
                <a:cs typeface="Calibri"/>
                <a:sym typeface="Calibri"/>
              </a:rPr>
              <a:t>– can handle huge amounts of data, very good with categorical data, can use multiple GPUs.</a:t>
            </a:r>
          </a:p>
        </p:txBody>
      </p:sp>
      <p:pic>
        <p:nvPicPr>
          <p:cNvPr id="11" name="Picture 10">
            <a:extLst>
              <a:ext uri="{FF2B5EF4-FFF2-40B4-BE49-F238E27FC236}">
                <a16:creationId xmlns:a16="http://schemas.microsoft.com/office/drawing/2014/main" id="{36B561CF-E1C7-2340-ABC0-116F3FA5CED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575589" y="852830"/>
            <a:ext cx="2364779" cy="1786625"/>
          </a:xfrm>
          <a:prstGeom prst="rect">
            <a:avLst/>
          </a:prstGeom>
        </p:spPr>
      </p:pic>
      <p:sp>
        <p:nvSpPr>
          <p:cNvPr id="15" name="TextBox 14">
            <a:extLst>
              <a:ext uri="{FF2B5EF4-FFF2-40B4-BE49-F238E27FC236}">
                <a16:creationId xmlns:a16="http://schemas.microsoft.com/office/drawing/2014/main" id="{CDC51E36-878F-3C4F-9CF3-4CAA18F405DE}"/>
              </a:ext>
            </a:extLst>
          </p:cNvPr>
          <p:cNvSpPr txBox="1"/>
          <p:nvPr/>
        </p:nvSpPr>
        <p:spPr>
          <a:xfrm>
            <a:off x="244822" y="3752902"/>
            <a:ext cx="5117106" cy="338554"/>
          </a:xfrm>
          <a:prstGeom prst="rect">
            <a:avLst/>
          </a:prstGeom>
          <a:noFill/>
        </p:spPr>
        <p:txBody>
          <a:bodyPr wrap="none" rtlCol="0">
            <a:spAutoFit/>
          </a:bodyPr>
          <a:lstStyle/>
          <a:p>
            <a:r>
              <a:rPr lang="en-US" sz="1600" dirty="0" err="1">
                <a:solidFill>
                  <a:schemeClr val="dk1"/>
                </a:solidFill>
                <a:latin typeface="Calibri"/>
                <a:ea typeface="Calibri"/>
                <a:cs typeface="Calibri"/>
                <a:sym typeface="Calibri"/>
              </a:rPr>
              <a:t>Tianqi</a:t>
            </a:r>
            <a:r>
              <a:rPr lang="en-US" sz="1600" dirty="0">
                <a:solidFill>
                  <a:schemeClr val="dk1"/>
                </a:solidFill>
                <a:latin typeface="Calibri"/>
                <a:ea typeface="Calibri"/>
                <a:cs typeface="Calibri"/>
                <a:sym typeface="Calibri"/>
              </a:rPr>
              <a:t> Chen - </a:t>
            </a:r>
            <a:r>
              <a:rPr lang="en-US" sz="1600" dirty="0"/>
              <a:t>Ph.D. student at University of Washington</a:t>
            </a:r>
          </a:p>
        </p:txBody>
      </p:sp>
      <p:sp>
        <p:nvSpPr>
          <p:cNvPr id="16" name="TextBox 15">
            <a:extLst>
              <a:ext uri="{FF2B5EF4-FFF2-40B4-BE49-F238E27FC236}">
                <a16:creationId xmlns:a16="http://schemas.microsoft.com/office/drawing/2014/main" id="{063CD124-A6B3-E34C-8B6C-399BA7FD5077}"/>
              </a:ext>
            </a:extLst>
          </p:cNvPr>
          <p:cNvSpPr txBox="1"/>
          <p:nvPr/>
        </p:nvSpPr>
        <p:spPr>
          <a:xfrm>
            <a:off x="8079485" y="1603178"/>
            <a:ext cx="1342803" cy="523220"/>
          </a:xfrm>
          <a:prstGeom prst="rect">
            <a:avLst/>
          </a:prstGeom>
          <a:noFill/>
        </p:spPr>
        <p:txBody>
          <a:bodyPr wrap="square" rtlCol="0">
            <a:spAutoFit/>
          </a:bodyPr>
          <a:lstStyle/>
          <a:p>
            <a:r>
              <a:rPr lang="en-US" dirty="0"/>
              <a:t>Leo </a:t>
            </a:r>
            <a:r>
              <a:rPr lang="en-US" dirty="0" err="1"/>
              <a:t>Breiman</a:t>
            </a:r>
            <a:endParaRPr lang="en-US" dirty="0"/>
          </a:p>
          <a:p>
            <a:r>
              <a:rPr lang="en-US" dirty="0"/>
              <a:t>UC Berkeley</a:t>
            </a:r>
          </a:p>
        </p:txBody>
      </p:sp>
      <p:sp>
        <p:nvSpPr>
          <p:cNvPr id="17" name="TextBox 16">
            <a:extLst>
              <a:ext uri="{FF2B5EF4-FFF2-40B4-BE49-F238E27FC236}">
                <a16:creationId xmlns:a16="http://schemas.microsoft.com/office/drawing/2014/main" id="{A31119C8-1DA1-4249-B708-5C3F4B8B6B80}"/>
              </a:ext>
            </a:extLst>
          </p:cNvPr>
          <p:cNvSpPr txBox="1"/>
          <p:nvPr/>
        </p:nvSpPr>
        <p:spPr>
          <a:xfrm>
            <a:off x="10015728" y="1606306"/>
            <a:ext cx="2031789" cy="738664"/>
          </a:xfrm>
          <a:prstGeom prst="rect">
            <a:avLst/>
          </a:prstGeom>
          <a:noFill/>
        </p:spPr>
        <p:txBody>
          <a:bodyPr wrap="square" rtlCol="0">
            <a:spAutoFit/>
          </a:bodyPr>
          <a:lstStyle/>
          <a:p>
            <a:r>
              <a:rPr lang="en-US" dirty="0"/>
              <a:t>Jerome H. Friedman</a:t>
            </a:r>
          </a:p>
          <a:p>
            <a:r>
              <a:rPr lang="en-US" dirty="0"/>
              <a:t>UC Berkeley,</a:t>
            </a:r>
          </a:p>
          <a:p>
            <a:r>
              <a:rPr lang="en-US" dirty="0"/>
              <a:t>Stanford </a:t>
            </a:r>
          </a:p>
        </p:txBody>
      </p:sp>
      <p:pic>
        <p:nvPicPr>
          <p:cNvPr id="18" name="Picture 17">
            <a:extLst>
              <a:ext uri="{FF2B5EF4-FFF2-40B4-BE49-F238E27FC236}">
                <a16:creationId xmlns:a16="http://schemas.microsoft.com/office/drawing/2014/main" id="{39FB4D68-2958-EA46-88EB-5D20CB6315F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080247" y="98974"/>
            <a:ext cx="1223510" cy="1507711"/>
          </a:xfrm>
          <a:prstGeom prst="rect">
            <a:avLst/>
          </a:prstGeom>
        </p:spPr>
      </p:pic>
      <p:pic>
        <p:nvPicPr>
          <p:cNvPr id="19" name="Picture 18">
            <a:extLst>
              <a:ext uri="{FF2B5EF4-FFF2-40B4-BE49-F238E27FC236}">
                <a16:creationId xmlns:a16="http://schemas.microsoft.com/office/drawing/2014/main" id="{FA743E50-B883-4C4C-9EF2-AEFF0837645F}"/>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8079485" y="98974"/>
            <a:ext cx="1223510" cy="1504204"/>
          </a:xfrm>
          <a:prstGeom prst="rect">
            <a:avLst/>
          </a:prstGeom>
        </p:spPr>
      </p:pic>
    </p:spTree>
    <p:extLst>
      <p:ext uri="{BB962C8B-B14F-4D97-AF65-F5344CB8AC3E}">
        <p14:creationId xmlns:p14="http://schemas.microsoft.com/office/powerpoint/2010/main" val="4091922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p:nvPr/>
        </p:nvSpPr>
        <p:spPr>
          <a:xfrm>
            <a:off x="234544" y="282829"/>
            <a:ext cx="4289955" cy="1177836"/>
          </a:xfrm>
          <a:prstGeom prst="rect">
            <a:avLst/>
          </a:prstGeom>
          <a:noFill/>
          <a:ln>
            <a:noFill/>
          </a:ln>
        </p:spPr>
        <p:txBody>
          <a:bodyPr spcFirstLastPara="1" wrap="square" lIns="91425" tIns="45700" rIns="91425" bIns="45700" anchor="t" anchorCtr="0">
            <a:noAutofit/>
          </a:bodyPr>
          <a:lstStyle/>
          <a:p>
            <a:pPr lvl="0"/>
            <a:r>
              <a:rPr lang="en-US" sz="2000" b="1" dirty="0">
                <a:solidFill>
                  <a:schemeClr val="dk1"/>
                </a:solidFill>
              </a:rPr>
              <a:t>Gradient Boosting</a:t>
            </a:r>
            <a:r>
              <a:rPr lang="en-US" sz="1600" dirty="0">
                <a:solidFill>
                  <a:schemeClr val="dk1"/>
                </a:solidFill>
              </a:rPr>
              <a:t> </a:t>
            </a:r>
          </a:p>
          <a:p>
            <a:pPr lvl="0"/>
            <a:r>
              <a:rPr lang="en-US" sz="1600" dirty="0">
                <a:solidFill>
                  <a:schemeClr val="dk1"/>
                </a:solidFill>
              </a:rPr>
              <a:t>is named so because on each steep </a:t>
            </a:r>
          </a:p>
          <a:p>
            <a:pPr lvl="0"/>
            <a:r>
              <a:rPr lang="en-US" sz="1600" dirty="0">
                <a:solidFill>
                  <a:schemeClr val="dk1"/>
                </a:solidFill>
              </a:rPr>
              <a:t>it is improving (boosting) the decision </a:t>
            </a:r>
          </a:p>
          <a:p>
            <a:pPr lvl="0"/>
            <a:r>
              <a:rPr lang="en-US" sz="1600" dirty="0">
                <a:solidFill>
                  <a:schemeClr val="dk1"/>
                </a:solidFill>
              </a:rPr>
              <a:t>by decreasing the error (Gradient Descent) </a:t>
            </a:r>
          </a:p>
        </p:txBody>
      </p:sp>
      <p:pic>
        <p:nvPicPr>
          <p:cNvPr id="3" name="Picture 2">
            <a:extLst>
              <a:ext uri="{FF2B5EF4-FFF2-40B4-BE49-F238E27FC236}">
                <a16:creationId xmlns:a16="http://schemas.microsoft.com/office/drawing/2014/main" id="{E97AAADF-6426-AD44-91B7-B4F37E97F28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79522" y="4870603"/>
            <a:ext cx="1831063" cy="1831063"/>
          </a:xfrm>
          <a:prstGeom prst="rect">
            <a:avLst/>
          </a:prstGeom>
        </p:spPr>
      </p:pic>
      <p:pic>
        <p:nvPicPr>
          <p:cNvPr id="7" name="Picture 6">
            <a:extLst>
              <a:ext uri="{FF2B5EF4-FFF2-40B4-BE49-F238E27FC236}">
                <a16:creationId xmlns:a16="http://schemas.microsoft.com/office/drawing/2014/main" id="{4E1993F2-CFB9-CB48-8295-A2BC10102CA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338610" y="4856985"/>
            <a:ext cx="2681105" cy="1678823"/>
          </a:xfrm>
          <a:prstGeom prst="rect">
            <a:avLst/>
          </a:prstGeom>
        </p:spPr>
      </p:pic>
      <p:pic>
        <p:nvPicPr>
          <p:cNvPr id="8" name="Picture 7">
            <a:extLst>
              <a:ext uri="{FF2B5EF4-FFF2-40B4-BE49-F238E27FC236}">
                <a16:creationId xmlns:a16="http://schemas.microsoft.com/office/drawing/2014/main" id="{25010486-C520-3146-A8CC-A93BFD5C74E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07461" y="4648254"/>
            <a:ext cx="2007750" cy="1981200"/>
          </a:xfrm>
          <a:prstGeom prst="rect">
            <a:avLst/>
          </a:prstGeom>
        </p:spPr>
      </p:pic>
      <p:sp>
        <p:nvSpPr>
          <p:cNvPr id="11" name="TextBox 10">
            <a:extLst>
              <a:ext uri="{FF2B5EF4-FFF2-40B4-BE49-F238E27FC236}">
                <a16:creationId xmlns:a16="http://schemas.microsoft.com/office/drawing/2014/main" id="{CA42C72B-03E3-0E47-8007-B7BAB267D476}"/>
              </a:ext>
            </a:extLst>
          </p:cNvPr>
          <p:cNvSpPr txBox="1"/>
          <p:nvPr/>
        </p:nvSpPr>
        <p:spPr>
          <a:xfrm>
            <a:off x="6417496" y="3939248"/>
            <a:ext cx="2648745" cy="523220"/>
          </a:xfrm>
          <a:prstGeom prst="rect">
            <a:avLst/>
          </a:prstGeom>
          <a:noFill/>
        </p:spPr>
        <p:txBody>
          <a:bodyPr wrap="square" rtlCol="0">
            <a:spAutoFit/>
          </a:bodyPr>
          <a:lstStyle/>
          <a:p>
            <a:r>
              <a:rPr lang="en-US" dirty="0"/>
              <a:t>Gradient vector is perpendicular to level curves</a:t>
            </a:r>
          </a:p>
        </p:txBody>
      </p:sp>
      <p:sp>
        <p:nvSpPr>
          <p:cNvPr id="12" name="Google Shape;104;p15">
            <a:extLst>
              <a:ext uri="{FF2B5EF4-FFF2-40B4-BE49-F238E27FC236}">
                <a16:creationId xmlns:a16="http://schemas.microsoft.com/office/drawing/2014/main" id="{0296E398-0027-6C40-8311-CD29E12B3B33}"/>
              </a:ext>
            </a:extLst>
          </p:cNvPr>
          <p:cNvSpPr txBox="1"/>
          <p:nvPr/>
        </p:nvSpPr>
        <p:spPr>
          <a:xfrm>
            <a:off x="307461" y="4439523"/>
            <a:ext cx="2775851" cy="417462"/>
          </a:xfrm>
          <a:prstGeom prst="rect">
            <a:avLst/>
          </a:prstGeom>
          <a:noFill/>
          <a:ln>
            <a:noFill/>
          </a:ln>
        </p:spPr>
        <p:txBody>
          <a:bodyPr spcFirstLastPara="1" wrap="square" lIns="91425" tIns="45700" rIns="91425" bIns="45700" anchor="t" anchorCtr="0">
            <a:noAutofit/>
          </a:bodyPr>
          <a:lstStyle/>
          <a:p>
            <a:pPr lvl="0"/>
            <a:r>
              <a:rPr lang="en-US" sz="1600" dirty="0">
                <a:solidFill>
                  <a:schemeClr val="dk1"/>
                </a:solidFill>
              </a:rPr>
              <a:t>Understand gradient vector</a:t>
            </a:r>
          </a:p>
        </p:txBody>
      </p:sp>
      <p:pic>
        <p:nvPicPr>
          <p:cNvPr id="13" name="Picture 12">
            <a:extLst>
              <a:ext uri="{FF2B5EF4-FFF2-40B4-BE49-F238E27FC236}">
                <a16:creationId xmlns:a16="http://schemas.microsoft.com/office/drawing/2014/main" id="{F0FF5F85-0D2A-2044-9B89-F083C99C450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412386" y="438094"/>
            <a:ext cx="4652579" cy="2648512"/>
          </a:xfrm>
          <a:prstGeom prst="rect">
            <a:avLst/>
          </a:prstGeom>
        </p:spPr>
      </p:pic>
      <p:sp>
        <p:nvSpPr>
          <p:cNvPr id="2" name="TextBox 1">
            <a:extLst>
              <a:ext uri="{FF2B5EF4-FFF2-40B4-BE49-F238E27FC236}">
                <a16:creationId xmlns:a16="http://schemas.microsoft.com/office/drawing/2014/main" id="{A6BA54C2-0DD1-264C-BA80-A4B1315D134C}"/>
              </a:ext>
            </a:extLst>
          </p:cNvPr>
          <p:cNvSpPr txBox="1"/>
          <p:nvPr/>
        </p:nvSpPr>
        <p:spPr>
          <a:xfrm>
            <a:off x="8808075" y="177299"/>
            <a:ext cx="2920992" cy="523220"/>
          </a:xfrm>
          <a:prstGeom prst="rect">
            <a:avLst/>
          </a:prstGeom>
          <a:noFill/>
        </p:spPr>
        <p:txBody>
          <a:bodyPr wrap="none" rtlCol="0">
            <a:spAutoFit/>
          </a:bodyPr>
          <a:lstStyle/>
          <a:p>
            <a:r>
              <a:rPr lang="en-US" dirty="0">
                <a:solidFill>
                  <a:schemeClr val="dk1"/>
                </a:solidFill>
              </a:rPr>
              <a:t>Boosting can overfit – so we need </a:t>
            </a:r>
          </a:p>
          <a:p>
            <a:r>
              <a:rPr lang="en-US" dirty="0">
                <a:solidFill>
                  <a:schemeClr val="dk1"/>
                </a:solidFill>
              </a:rPr>
              <a:t>to test against "validation data set"</a:t>
            </a:r>
          </a:p>
        </p:txBody>
      </p:sp>
      <p:sp>
        <p:nvSpPr>
          <p:cNvPr id="4" name="TextBox 3">
            <a:extLst>
              <a:ext uri="{FF2B5EF4-FFF2-40B4-BE49-F238E27FC236}">
                <a16:creationId xmlns:a16="http://schemas.microsoft.com/office/drawing/2014/main" id="{5CBB88FE-0D8C-1F45-BF1B-9BA17A910217}"/>
              </a:ext>
            </a:extLst>
          </p:cNvPr>
          <p:cNvSpPr txBox="1"/>
          <p:nvPr/>
        </p:nvSpPr>
        <p:spPr>
          <a:xfrm>
            <a:off x="3317631" y="3352800"/>
            <a:ext cx="2818511" cy="461665"/>
          </a:xfrm>
          <a:prstGeom prst="rect">
            <a:avLst/>
          </a:prstGeom>
          <a:noFill/>
        </p:spPr>
        <p:txBody>
          <a:bodyPr wrap="square" rtlCol="0">
            <a:spAutoFit/>
          </a:bodyPr>
          <a:lstStyle/>
          <a:p>
            <a:r>
              <a:rPr lang="en-US" sz="2400" b="1" dirty="0">
                <a:solidFill>
                  <a:schemeClr val="dk1"/>
                </a:solidFill>
              </a:rPr>
              <a:t>Gradient Descent</a:t>
            </a:r>
            <a:endParaRPr lang="en-US" sz="2400" b="1" dirty="0"/>
          </a:p>
        </p:txBody>
      </p:sp>
    </p:spTree>
    <p:extLst>
      <p:ext uri="{BB962C8B-B14F-4D97-AF65-F5344CB8AC3E}">
        <p14:creationId xmlns:p14="http://schemas.microsoft.com/office/powerpoint/2010/main" val="155925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p:nvPr/>
        </p:nvSpPr>
        <p:spPr>
          <a:xfrm>
            <a:off x="277508" y="44246"/>
            <a:ext cx="11597656" cy="6784258"/>
          </a:xfrm>
          <a:prstGeom prst="rect">
            <a:avLst/>
          </a:prstGeom>
          <a:noFill/>
          <a:ln>
            <a:noFill/>
          </a:ln>
        </p:spPr>
        <p:txBody>
          <a:bodyPr spcFirstLastPara="1" wrap="square" lIns="91425" tIns="45700" rIns="91425" bIns="45700" anchor="t" anchorCtr="0">
            <a:noAutofit/>
          </a:bodyPr>
          <a:lstStyle/>
          <a:p>
            <a:r>
              <a:rPr lang="en-US" dirty="0">
                <a:solidFill>
                  <a:schemeClr val="dk1"/>
                </a:solidFill>
                <a:latin typeface="Calibri"/>
                <a:ea typeface="Calibri"/>
                <a:cs typeface="Calibri"/>
                <a:sym typeface="Calibri"/>
              </a:rPr>
              <a:t>Gradient boosting trees model is originally proposed by Friedman et al.</a:t>
            </a:r>
          </a:p>
          <a:p>
            <a:r>
              <a:rPr lang="en-US" dirty="0">
                <a:solidFill>
                  <a:schemeClr val="dk1"/>
                </a:solidFill>
                <a:latin typeface="Calibri"/>
                <a:ea typeface="Calibri"/>
                <a:cs typeface="Calibri"/>
                <a:sym typeface="Calibri"/>
              </a:rPr>
              <a:t>He has coined the term GBM = </a:t>
            </a:r>
            <a:r>
              <a:rPr lang="en-US" i="1" dirty="0">
                <a:solidFill>
                  <a:schemeClr val="dk1"/>
                </a:solidFill>
                <a:latin typeface="Calibri"/>
                <a:ea typeface="Calibri"/>
                <a:cs typeface="Calibri"/>
                <a:sym typeface="Calibri"/>
              </a:rPr>
              <a:t>Gradient Boosting Machine</a:t>
            </a:r>
            <a:r>
              <a:rPr lang="en-US" dirty="0">
                <a:solidFill>
                  <a:schemeClr val="dk1"/>
                </a:solidFill>
                <a:latin typeface="Calibri"/>
                <a:ea typeface="Calibri"/>
                <a:cs typeface="Calibri"/>
                <a:sym typeface="Calibri"/>
              </a:rPr>
              <a:t> </a:t>
            </a:r>
          </a:p>
          <a:p>
            <a:pPr marL="0" marR="0" lvl="0" indent="0" algn="l" rtl="0">
              <a:spcBef>
                <a:spcPts val="0"/>
              </a:spcBef>
              <a:spcAft>
                <a:spcPts val="0"/>
              </a:spcAft>
              <a:buNone/>
            </a:pPr>
            <a:r>
              <a:rPr lang="en-US" dirty="0">
                <a:solidFill>
                  <a:schemeClr val="dk1"/>
                </a:solidFill>
                <a:latin typeface="Calibri"/>
                <a:ea typeface="Calibri"/>
                <a:cs typeface="Calibri"/>
                <a:sym typeface="Calibri"/>
              </a:rPr>
              <a:t>“Gradient Boosting” - </a:t>
            </a:r>
            <a:r>
              <a:rPr lang="en-US" i="1" dirty="0">
                <a:solidFill>
                  <a:schemeClr val="dk1"/>
                </a:solidFill>
                <a:latin typeface="Calibri"/>
                <a:ea typeface="Calibri"/>
                <a:cs typeface="Calibri"/>
                <a:sym typeface="Calibri"/>
              </a:rPr>
              <a:t>Greedy Function Approximation: A Gradient Boosting Machine</a:t>
            </a:r>
            <a:r>
              <a:rPr lang="en-US" dirty="0">
                <a:solidFill>
                  <a:schemeClr val="dk1"/>
                </a:solidFill>
                <a:latin typeface="Calibri"/>
                <a:ea typeface="Calibri"/>
                <a:cs typeface="Calibri"/>
                <a:sym typeface="Calibri"/>
              </a:rPr>
              <a:t>, by Friedman (1999)</a:t>
            </a:r>
            <a:endParaRPr dirty="0"/>
          </a:p>
          <a:p>
            <a:pPr marL="0" marR="0" lvl="0" indent="0" algn="l" rtl="0">
              <a:spcBef>
                <a:spcPts val="0"/>
              </a:spcBef>
              <a:spcAft>
                <a:spcPts val="0"/>
              </a:spcAft>
              <a:buNone/>
            </a:pPr>
            <a:r>
              <a:rPr lang="en-US" dirty="0">
                <a:solidFill>
                  <a:schemeClr val="dk1"/>
                </a:solidFill>
                <a:latin typeface="Calibri"/>
                <a:ea typeface="Calibri"/>
                <a:cs typeface="Calibri"/>
                <a:sym typeface="Calibri"/>
              </a:rPr>
              <a:t> - </a:t>
            </a:r>
            <a:r>
              <a:rPr lang="en-US" u="sng" dirty="0">
                <a:solidFill>
                  <a:schemeClr val="hlink"/>
                </a:solidFill>
                <a:latin typeface="Calibri"/>
                <a:ea typeface="Calibri"/>
                <a:cs typeface="Calibri"/>
                <a:sym typeface="Calibri"/>
                <a:hlinkClick r:id="rId3"/>
              </a:rPr>
              <a:t>https://statweb.stanford.edu/~jhf/ftp/trebst.pdf</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r>
              <a:rPr lang="en-US" dirty="0" err="1">
                <a:solidFill>
                  <a:schemeClr val="dk1"/>
                </a:solidFill>
                <a:latin typeface="Calibri"/>
                <a:ea typeface="Calibri"/>
                <a:cs typeface="Calibri"/>
                <a:sym typeface="Calibri"/>
              </a:rPr>
              <a:t>XGBoost</a:t>
            </a:r>
            <a:r>
              <a:rPr lang="en-US" dirty="0">
                <a:solidFill>
                  <a:schemeClr val="dk1"/>
                </a:solidFill>
                <a:latin typeface="Calibri"/>
                <a:ea typeface="Calibri"/>
                <a:cs typeface="Calibri"/>
                <a:sym typeface="Calibri"/>
              </a:rPr>
              <a:t> was created by </a:t>
            </a:r>
            <a:r>
              <a:rPr lang="en-US" dirty="0" err="1">
                <a:solidFill>
                  <a:schemeClr val="dk1"/>
                </a:solidFill>
                <a:latin typeface="Calibri"/>
                <a:ea typeface="Calibri"/>
                <a:cs typeface="Calibri"/>
                <a:sym typeface="Calibri"/>
              </a:rPr>
              <a:t>Tianqi</a:t>
            </a:r>
            <a:r>
              <a:rPr lang="en-US" dirty="0">
                <a:solidFill>
                  <a:schemeClr val="dk1"/>
                </a:solidFill>
                <a:latin typeface="Calibri"/>
                <a:ea typeface="Calibri"/>
                <a:cs typeface="Calibri"/>
                <a:sym typeface="Calibri"/>
              </a:rPr>
              <a:t> Chen. It is a library implementing GBM – and optimized for trees.</a:t>
            </a:r>
          </a:p>
          <a:p>
            <a:r>
              <a:rPr lang="en-US" dirty="0">
                <a:solidFill>
                  <a:schemeClr val="dk1"/>
                </a:solidFill>
                <a:latin typeface="Calibri"/>
                <a:ea typeface="Calibri"/>
                <a:cs typeface="Calibri"/>
                <a:sym typeface="Calibri"/>
              </a:rPr>
              <a:t>"XG" in </a:t>
            </a:r>
            <a:r>
              <a:rPr lang="en-US" dirty="0" err="1">
                <a:solidFill>
                  <a:schemeClr val="dk1"/>
                </a:solidFill>
                <a:latin typeface="Calibri"/>
                <a:ea typeface="Calibri"/>
                <a:cs typeface="Calibri"/>
                <a:sym typeface="Calibri"/>
              </a:rPr>
              <a:t>XGBoost</a:t>
            </a:r>
            <a:r>
              <a:rPr lang="en-US" dirty="0">
                <a:solidFill>
                  <a:schemeClr val="dk1"/>
                </a:solidFill>
                <a:latin typeface="Calibri"/>
                <a:ea typeface="Calibri"/>
                <a:cs typeface="Calibri"/>
                <a:sym typeface="Calibri"/>
              </a:rPr>
              <a:t> = “Extreme Gradient Boosting”. </a:t>
            </a:r>
          </a:p>
          <a:p>
            <a:pPr marL="0" marR="0" lvl="0" indent="0" algn="l" rtl="0">
              <a:spcBef>
                <a:spcPts val="0"/>
              </a:spcBef>
              <a:spcAft>
                <a:spcPts val="0"/>
              </a:spcAft>
              <a:buNone/>
            </a:pPr>
            <a:r>
              <a:rPr lang="en-US" dirty="0" err="1">
                <a:solidFill>
                  <a:schemeClr val="dk1"/>
                </a:solidFill>
                <a:latin typeface="Calibri"/>
                <a:ea typeface="Calibri"/>
                <a:cs typeface="Calibri"/>
                <a:sym typeface="Calibri"/>
              </a:rPr>
              <a:t>Tianqi</a:t>
            </a:r>
            <a:r>
              <a:rPr lang="en-US" dirty="0">
                <a:solidFill>
                  <a:schemeClr val="dk1"/>
                </a:solidFill>
                <a:latin typeface="Calibri"/>
                <a:ea typeface="Calibri"/>
                <a:cs typeface="Calibri"/>
                <a:sym typeface="Calibri"/>
              </a:rPr>
              <a:t> Chen - Introduction to Boosted Trees (2016)</a:t>
            </a:r>
            <a:endParaRPr dirty="0"/>
          </a:p>
          <a:p>
            <a:pPr marL="0" marR="0" lvl="0" indent="0" algn="l" rtl="0">
              <a:spcBef>
                <a:spcPts val="0"/>
              </a:spcBef>
              <a:spcAft>
                <a:spcPts val="0"/>
              </a:spcAft>
              <a:buNone/>
            </a:pPr>
            <a:r>
              <a:rPr lang="en-US" dirty="0">
                <a:solidFill>
                  <a:schemeClr val="dk1"/>
                </a:solidFill>
                <a:latin typeface="Calibri"/>
                <a:ea typeface="Calibri"/>
                <a:cs typeface="Calibri"/>
                <a:sym typeface="Calibri"/>
              </a:rPr>
              <a:t> - </a:t>
            </a:r>
            <a:r>
              <a:rPr lang="en-US" u="sng" dirty="0">
                <a:solidFill>
                  <a:schemeClr val="hlink"/>
                </a:solidFill>
                <a:latin typeface="Calibri"/>
                <a:ea typeface="Calibri"/>
                <a:cs typeface="Calibri"/>
                <a:sym typeface="Calibri"/>
                <a:hlinkClick r:id="rId4"/>
              </a:rPr>
              <a:t>http://homes.cs.washington.edu/~tqchen/pdf/BoostedTree.pdf</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 - </a:t>
            </a:r>
            <a:r>
              <a:rPr lang="en-US" u="sng" dirty="0">
                <a:solidFill>
                  <a:schemeClr val="hlink"/>
                </a:solidFill>
                <a:latin typeface="Calibri"/>
                <a:ea typeface="Calibri"/>
                <a:cs typeface="Calibri"/>
                <a:sym typeface="Calibri"/>
                <a:hlinkClick r:id="rId5"/>
              </a:rPr>
              <a:t>https://xgboost.readthedocs.io/en/latest/model.html</a:t>
            </a:r>
            <a:endParaRPr lang="en-US" u="sng" dirty="0">
              <a:solidFill>
                <a:schemeClr val="hlink"/>
              </a:solidFill>
              <a:latin typeface="Calibri"/>
              <a:ea typeface="Calibri"/>
              <a:cs typeface="Calibri"/>
              <a:sym typeface="Calibri"/>
            </a:endParaRPr>
          </a:p>
          <a:p>
            <a:pPr lvl="0"/>
            <a:r>
              <a:rPr lang="en-US" dirty="0" err="1"/>
              <a:t>XGBoost</a:t>
            </a:r>
            <a:r>
              <a:rPr lang="en-US" dirty="0"/>
              <a:t> </a:t>
            </a:r>
          </a:p>
          <a:p>
            <a:pPr lvl="0"/>
            <a:r>
              <a:rPr lang="en-US" dirty="0"/>
              <a:t> - uses "Regularized Gradient Boosting" model which prevents overfitting and gives better performance</a:t>
            </a:r>
          </a:p>
          <a:p>
            <a:pPr lvl="0"/>
            <a:r>
              <a:rPr lang="en-US" dirty="0"/>
              <a:t> - uses sparse matrices with sparsity aware algorithms to reduce memory and increase performance</a:t>
            </a:r>
          </a:p>
          <a:p>
            <a:pPr lvl="0"/>
            <a:r>
              <a:rPr lang="en-US" dirty="0"/>
              <a:t> - better support for </a:t>
            </a:r>
            <a:r>
              <a:rPr lang="en-US" dirty="0">
                <a:solidFill>
                  <a:schemeClr val="dk1"/>
                </a:solidFill>
              </a:rPr>
              <a:t>multicore parallel processing - reduces training time</a:t>
            </a:r>
          </a:p>
          <a:p>
            <a:pPr lvl="0"/>
            <a:endParaRPr lang="en-US" dirty="0">
              <a:solidFill>
                <a:schemeClr val="dk1"/>
              </a:solidFill>
            </a:endParaRPr>
          </a:p>
          <a:p>
            <a:pPr lvl="0"/>
            <a:r>
              <a:rPr lang="en-US" dirty="0">
                <a:solidFill>
                  <a:schemeClr val="dk1"/>
                </a:solidFill>
              </a:rPr>
              <a:t>2015 - DART: Dropouts meet Multiple Additive Regression Trees</a:t>
            </a:r>
          </a:p>
          <a:p>
            <a:pPr lvl="0"/>
            <a:r>
              <a:rPr lang="en-US" dirty="0">
                <a:solidFill>
                  <a:schemeClr val="dk1"/>
                </a:solidFill>
              </a:rPr>
              <a:t> - </a:t>
            </a:r>
            <a:r>
              <a:rPr lang="en-US" u="sng" dirty="0">
                <a:solidFill>
                  <a:schemeClr val="hlink"/>
                </a:solidFill>
                <a:hlinkClick r:id="rId6"/>
              </a:rPr>
              <a:t>https://arxiv.org/abs/1505.01866</a:t>
            </a:r>
            <a:endParaRPr lang="en-US" dirty="0">
              <a:solidFill>
                <a:schemeClr val="dk1"/>
              </a:solidFill>
            </a:endParaRPr>
          </a:p>
          <a:p>
            <a:pPr lvl="0"/>
            <a:r>
              <a:rPr lang="en-US" dirty="0">
                <a:solidFill>
                  <a:schemeClr val="dk1"/>
                </a:solidFill>
              </a:rPr>
              <a:t> - </a:t>
            </a:r>
            <a:r>
              <a:rPr lang="en-US" u="sng" dirty="0">
                <a:solidFill>
                  <a:schemeClr val="hlink"/>
                </a:solidFill>
                <a:hlinkClick r:id="rId7"/>
              </a:rPr>
              <a:t>http://zhanpengfang.github.io/418home.html</a:t>
            </a:r>
            <a:endParaRPr lang="en-US" dirty="0">
              <a:solidFill>
                <a:schemeClr val="dk1"/>
              </a:solidFill>
            </a:endParaRPr>
          </a:p>
          <a:p>
            <a:pPr lvl="0"/>
            <a:r>
              <a:rPr lang="en-US" dirty="0">
                <a:solidFill>
                  <a:schemeClr val="dk1"/>
                </a:solidFill>
              </a:rPr>
              <a:t> - </a:t>
            </a:r>
            <a:r>
              <a:rPr lang="en-US" u="sng" dirty="0">
                <a:solidFill>
                  <a:schemeClr val="hlink"/>
                </a:solidFill>
                <a:hlinkClick r:id="rId8"/>
              </a:rPr>
              <a:t>https://www.analyticsvidhya.com/blog/2016/03/complete-guide-parameter-tuning-xgboost-with-codes-python/</a:t>
            </a:r>
            <a:endParaRPr lang="en-US" dirty="0">
              <a:solidFill>
                <a:schemeClr val="dk1"/>
              </a:solidFill>
            </a:endParaRPr>
          </a:p>
          <a:p>
            <a:pPr lvl="0"/>
            <a:r>
              <a:rPr lang="en-US" dirty="0">
                <a:solidFill>
                  <a:schemeClr val="dk1"/>
                </a:solidFill>
              </a:rPr>
              <a:t> - </a:t>
            </a:r>
            <a:r>
              <a:rPr lang="en-US" u="sng" dirty="0">
                <a:solidFill>
                  <a:schemeClr val="hlink"/>
                </a:solidFill>
                <a:hlinkClick r:id="rId9"/>
              </a:rPr>
              <a:t>https://www.quora.com/What-is-the-difference-between-the-R-gbm-gradient-boosting-machine-and-xgboost-extreme-gradient-boosting</a:t>
            </a:r>
            <a:endParaRPr lang="en-US" dirty="0">
              <a:solidFill>
                <a:schemeClr val="dk1"/>
              </a:solidFill>
            </a:endParaRPr>
          </a:p>
          <a:p>
            <a:pPr lvl="0"/>
            <a:endParaRPr lang="en-US" dirty="0">
              <a:solidFill>
                <a:schemeClr val="dk1"/>
              </a:solidFill>
            </a:endParaRPr>
          </a:p>
          <a:p>
            <a:pPr lvl="0"/>
            <a:r>
              <a:rPr lang="en-US" dirty="0">
                <a:solidFill>
                  <a:schemeClr val="dk1"/>
                </a:solidFill>
              </a:rPr>
              <a:t>- </a:t>
            </a:r>
            <a:r>
              <a:rPr lang="en-US" u="sng" dirty="0">
                <a:solidFill>
                  <a:schemeClr val="hlink"/>
                </a:solidFill>
                <a:hlinkClick r:id="rId10"/>
              </a:rPr>
              <a:t>https://en.wikipedia.org/wiki/Gradient_boosting</a:t>
            </a:r>
            <a:endParaRPr lang="en-US" dirty="0">
              <a:solidFill>
                <a:schemeClr val="dk1"/>
              </a:solidFill>
            </a:endParaRPr>
          </a:p>
          <a:p>
            <a:pPr lvl="0"/>
            <a:r>
              <a:rPr lang="en-US" dirty="0">
                <a:solidFill>
                  <a:schemeClr val="dk1"/>
                </a:solidFill>
              </a:rPr>
              <a:t>- </a:t>
            </a:r>
            <a:r>
              <a:rPr lang="en-US" u="sng" dirty="0">
                <a:solidFill>
                  <a:schemeClr val="hlink"/>
                </a:solidFill>
                <a:hlinkClick r:id="rId11"/>
              </a:rPr>
              <a:t>https://en.wikipedia.org/wiki/Xgboost</a:t>
            </a:r>
            <a:r>
              <a:rPr lang="en-US" dirty="0">
                <a:solidFill>
                  <a:schemeClr val="dk1"/>
                </a:solidFill>
              </a:rPr>
              <a:t> </a:t>
            </a:r>
          </a:p>
          <a:p>
            <a:pPr lvl="0"/>
            <a:endParaRPr lang="en-US" dirty="0">
              <a:solidFill>
                <a:schemeClr val="dk1"/>
              </a:solidFill>
            </a:endParaRPr>
          </a:p>
          <a:p>
            <a:pPr lvl="0"/>
            <a:r>
              <a:rPr lang="en-US" dirty="0">
                <a:solidFill>
                  <a:schemeClr val="dk1"/>
                </a:solidFill>
              </a:rPr>
              <a:t>=============================================</a:t>
            </a:r>
          </a:p>
          <a:p>
            <a:pPr lvl="0"/>
            <a:r>
              <a:rPr lang="en-US" dirty="0">
                <a:solidFill>
                  <a:schemeClr val="dk1"/>
                </a:solidFill>
                <a:latin typeface="Calibri"/>
                <a:cs typeface="Calibri"/>
              </a:rPr>
              <a:t>Leo </a:t>
            </a:r>
            <a:r>
              <a:rPr lang="en-US" dirty="0" err="1">
                <a:solidFill>
                  <a:schemeClr val="dk1"/>
                </a:solidFill>
                <a:latin typeface="Calibri"/>
                <a:cs typeface="Calibri"/>
              </a:rPr>
              <a:t>Breiman</a:t>
            </a:r>
            <a:r>
              <a:rPr lang="en-US" dirty="0">
                <a:solidFill>
                  <a:schemeClr val="dk1"/>
                </a:solidFill>
                <a:latin typeface="Calibri"/>
                <a:cs typeface="Calibri"/>
              </a:rPr>
              <a:t>, Jerome Friedman, CART, BFOS on </a:t>
            </a:r>
            <a:r>
              <a:rPr lang="en-US" dirty="0" err="1">
                <a:solidFill>
                  <a:schemeClr val="dk1"/>
                </a:solidFill>
                <a:latin typeface="Calibri"/>
                <a:cs typeface="Calibri"/>
              </a:rPr>
              <a:t>youtube</a:t>
            </a:r>
            <a:r>
              <a:rPr lang="en-US" dirty="0">
                <a:solidFill>
                  <a:schemeClr val="dk1"/>
                </a:solidFill>
                <a:latin typeface="Calibri"/>
                <a:cs typeface="Calibri"/>
              </a:rPr>
              <a:t>:</a:t>
            </a:r>
          </a:p>
          <a:p>
            <a:r>
              <a:rPr lang="en-US" dirty="0">
                <a:solidFill>
                  <a:schemeClr val="dk1"/>
                </a:solidFill>
                <a:latin typeface="Calibri"/>
                <a:cs typeface="Calibri"/>
              </a:rPr>
              <a:t> - https://</a:t>
            </a:r>
            <a:r>
              <a:rPr lang="en-US" dirty="0" err="1">
                <a:solidFill>
                  <a:schemeClr val="dk1"/>
                </a:solidFill>
                <a:latin typeface="Calibri"/>
                <a:cs typeface="Calibri"/>
              </a:rPr>
              <a:t>www.youtube.com</a:t>
            </a:r>
            <a:r>
              <a:rPr lang="en-US" dirty="0">
                <a:solidFill>
                  <a:schemeClr val="dk1"/>
                </a:solidFill>
                <a:latin typeface="Calibri"/>
                <a:cs typeface="Calibri"/>
              </a:rPr>
              <a:t>/</a:t>
            </a:r>
            <a:r>
              <a:rPr lang="en-US" dirty="0" err="1">
                <a:solidFill>
                  <a:schemeClr val="dk1"/>
                </a:solidFill>
                <a:latin typeface="Calibri"/>
                <a:cs typeface="Calibri"/>
              </a:rPr>
              <a:t>watch?v</a:t>
            </a:r>
            <a:r>
              <a:rPr lang="en-US" dirty="0">
                <a:solidFill>
                  <a:schemeClr val="dk1"/>
                </a:solidFill>
                <a:latin typeface="Calibri"/>
                <a:cs typeface="Calibri"/>
              </a:rPr>
              <a:t>=t8ooi_tJHSE – 2 min, Working with Leo </a:t>
            </a:r>
            <a:r>
              <a:rPr lang="en-US" dirty="0" err="1">
                <a:solidFill>
                  <a:schemeClr val="dk1"/>
                </a:solidFill>
                <a:latin typeface="Calibri"/>
                <a:cs typeface="Calibri"/>
              </a:rPr>
              <a:t>Breiman</a:t>
            </a:r>
            <a:r>
              <a:rPr lang="en-US" dirty="0">
                <a:solidFill>
                  <a:schemeClr val="dk1"/>
                </a:solidFill>
                <a:latin typeface="Calibri"/>
                <a:cs typeface="Calibri"/>
              </a:rPr>
              <a:t> on Random Forests, Adele Cutler</a:t>
            </a:r>
          </a:p>
          <a:p>
            <a:pPr marL="0" marR="0" lvl="0" indent="0" algn="l" rtl="0">
              <a:spcBef>
                <a:spcPts val="0"/>
              </a:spcBef>
              <a:spcAft>
                <a:spcPts val="0"/>
              </a:spcAft>
              <a:buNone/>
            </a:pPr>
            <a:r>
              <a:rPr lang="en-US" dirty="0">
                <a:solidFill>
                  <a:schemeClr val="dk1"/>
                </a:solidFill>
                <a:latin typeface="Calibri"/>
                <a:cs typeface="Calibri"/>
                <a:sym typeface="Calibri"/>
              </a:rPr>
              <a:t> - https://</a:t>
            </a:r>
            <a:r>
              <a:rPr lang="en-US" dirty="0" err="1">
                <a:solidFill>
                  <a:schemeClr val="dk1"/>
                </a:solidFill>
                <a:latin typeface="Calibri"/>
                <a:cs typeface="Calibri"/>
                <a:sym typeface="Calibri"/>
              </a:rPr>
              <a:t>www.youtube.com</a:t>
            </a:r>
            <a:r>
              <a:rPr lang="en-US" dirty="0">
                <a:solidFill>
                  <a:schemeClr val="dk1"/>
                </a:solidFill>
                <a:latin typeface="Calibri"/>
                <a:cs typeface="Calibri"/>
                <a:sym typeface="Calibri"/>
              </a:rPr>
              <a:t>/</a:t>
            </a:r>
            <a:r>
              <a:rPr lang="en-US" dirty="0" err="1">
                <a:solidFill>
                  <a:schemeClr val="dk1"/>
                </a:solidFill>
                <a:latin typeface="Calibri"/>
                <a:cs typeface="Calibri"/>
                <a:sym typeface="Calibri"/>
              </a:rPr>
              <a:t>watch?v</a:t>
            </a:r>
            <a:r>
              <a:rPr lang="en-US" dirty="0">
                <a:solidFill>
                  <a:schemeClr val="dk1"/>
                </a:solidFill>
                <a:latin typeface="Calibri"/>
                <a:cs typeface="Calibri"/>
                <a:sym typeface="Calibri"/>
              </a:rPr>
              <a:t>=JIXeMj1zwVU – 5min, CART</a:t>
            </a:r>
          </a:p>
          <a:p>
            <a:r>
              <a:rPr lang="en-US" dirty="0">
                <a:solidFill>
                  <a:schemeClr val="dk1"/>
                </a:solidFill>
                <a:latin typeface="Calibri"/>
                <a:cs typeface="Calibri"/>
                <a:sym typeface="Calibri"/>
              </a:rPr>
              <a:t> - https://</a:t>
            </a:r>
            <a:r>
              <a:rPr lang="en-US" dirty="0" err="1">
                <a:solidFill>
                  <a:schemeClr val="dk1"/>
                </a:solidFill>
                <a:latin typeface="Calibri"/>
                <a:cs typeface="Calibri"/>
                <a:sym typeface="Calibri"/>
              </a:rPr>
              <a:t>www.youtube.com</a:t>
            </a:r>
            <a:r>
              <a:rPr lang="en-US" dirty="0">
                <a:solidFill>
                  <a:schemeClr val="dk1"/>
                </a:solidFill>
                <a:latin typeface="Calibri"/>
                <a:cs typeface="Calibri"/>
                <a:sym typeface="Calibri"/>
              </a:rPr>
              <a:t>/</a:t>
            </a:r>
            <a:r>
              <a:rPr lang="en-US" dirty="0" err="1">
                <a:solidFill>
                  <a:schemeClr val="dk1"/>
                </a:solidFill>
                <a:latin typeface="Calibri"/>
                <a:cs typeface="Calibri"/>
                <a:sym typeface="Calibri"/>
              </a:rPr>
              <a:t>watch?v</a:t>
            </a:r>
            <a:r>
              <a:rPr lang="en-US" dirty="0">
                <a:solidFill>
                  <a:schemeClr val="dk1"/>
                </a:solidFill>
                <a:latin typeface="Calibri"/>
                <a:cs typeface="Calibri"/>
                <a:sym typeface="Calibri"/>
              </a:rPr>
              <a:t>=-Ju0Czc9GmA – 4min, </a:t>
            </a:r>
            <a:r>
              <a:rPr lang="en-US" dirty="0">
                <a:solidFill>
                  <a:schemeClr val="dk1"/>
                </a:solidFill>
                <a:latin typeface="Calibri"/>
                <a:cs typeface="Calibri"/>
              </a:rPr>
              <a:t>The Birth of BFOS: </a:t>
            </a:r>
            <a:r>
              <a:rPr lang="en-US" dirty="0" err="1">
                <a:solidFill>
                  <a:schemeClr val="dk1"/>
                </a:solidFill>
                <a:latin typeface="Calibri"/>
                <a:cs typeface="Calibri"/>
              </a:rPr>
              <a:t>Breiman</a:t>
            </a:r>
            <a:r>
              <a:rPr lang="en-US" dirty="0">
                <a:solidFill>
                  <a:schemeClr val="dk1"/>
                </a:solidFill>
                <a:latin typeface="Calibri"/>
                <a:cs typeface="Calibri"/>
              </a:rPr>
              <a:t>, Freidman, </a:t>
            </a:r>
            <a:r>
              <a:rPr lang="en-US" dirty="0" err="1">
                <a:solidFill>
                  <a:schemeClr val="dk1"/>
                </a:solidFill>
                <a:latin typeface="Calibri"/>
                <a:cs typeface="Calibri"/>
              </a:rPr>
              <a:t>Olshen</a:t>
            </a:r>
            <a:r>
              <a:rPr lang="en-US" dirty="0">
                <a:solidFill>
                  <a:schemeClr val="dk1"/>
                </a:solidFill>
                <a:latin typeface="Calibri"/>
                <a:cs typeface="Calibri"/>
              </a:rPr>
              <a:t> and Stone</a:t>
            </a:r>
            <a:endParaRPr lang="en-US" dirty="0">
              <a:solidFill>
                <a:schemeClr val="dk1"/>
              </a:solidFill>
              <a:latin typeface="Calibri"/>
              <a:cs typeface="Calibri"/>
              <a:sym typeface="Calibri"/>
            </a:endParaRPr>
          </a:p>
          <a:p>
            <a:r>
              <a:rPr lang="en-US" dirty="0">
                <a:solidFill>
                  <a:schemeClr val="dk1"/>
                </a:solidFill>
                <a:latin typeface="Calibri"/>
                <a:cs typeface="Calibri"/>
                <a:sym typeface="Calibri"/>
              </a:rPr>
              <a:t> - https://</a:t>
            </a:r>
            <a:r>
              <a:rPr lang="en-US" dirty="0" err="1">
                <a:solidFill>
                  <a:schemeClr val="dk1"/>
                </a:solidFill>
                <a:latin typeface="Calibri"/>
                <a:cs typeface="Calibri"/>
                <a:sym typeface="Calibri"/>
              </a:rPr>
              <a:t>www.youtube.com</a:t>
            </a:r>
            <a:r>
              <a:rPr lang="en-US" dirty="0">
                <a:solidFill>
                  <a:schemeClr val="dk1"/>
                </a:solidFill>
                <a:latin typeface="Calibri"/>
                <a:cs typeface="Calibri"/>
                <a:sym typeface="Calibri"/>
              </a:rPr>
              <a:t>/</a:t>
            </a:r>
            <a:r>
              <a:rPr lang="en-US" dirty="0" err="1">
                <a:solidFill>
                  <a:schemeClr val="dk1"/>
                </a:solidFill>
                <a:latin typeface="Calibri"/>
                <a:cs typeface="Calibri"/>
                <a:sym typeface="Calibri"/>
              </a:rPr>
              <a:t>watch?v</a:t>
            </a:r>
            <a:r>
              <a:rPr lang="en-US" dirty="0">
                <a:solidFill>
                  <a:schemeClr val="dk1"/>
                </a:solidFill>
                <a:latin typeface="Calibri"/>
                <a:cs typeface="Calibri"/>
                <a:sym typeface="Calibri"/>
              </a:rPr>
              <a:t>=XaeQo1KSmjA – 4min, </a:t>
            </a:r>
            <a:r>
              <a:rPr lang="en-US" dirty="0">
                <a:solidFill>
                  <a:schemeClr val="dk1"/>
                </a:solidFill>
                <a:latin typeface="Calibri"/>
                <a:cs typeface="Calibri"/>
              </a:rPr>
              <a:t>CART and Cross-Validation, Data Mining</a:t>
            </a:r>
            <a:endParaRPr lang="en-US" dirty="0">
              <a:solidFill>
                <a:schemeClr val="dk1"/>
              </a:solidFill>
              <a:latin typeface="Calibri"/>
              <a:cs typeface="Calibri"/>
              <a:sym typeface="Calibri"/>
            </a:endParaRPr>
          </a:p>
          <a:p>
            <a:r>
              <a:rPr lang="en-US" dirty="0">
                <a:solidFill>
                  <a:schemeClr val="dk1"/>
                </a:solidFill>
                <a:latin typeface="Calibri"/>
                <a:cs typeface="Calibri"/>
                <a:sym typeface="Calibri"/>
              </a:rPr>
              <a:t> - https://</a:t>
            </a:r>
            <a:r>
              <a:rPr lang="en-US" dirty="0" err="1">
                <a:solidFill>
                  <a:schemeClr val="dk1"/>
                </a:solidFill>
                <a:latin typeface="Calibri"/>
                <a:cs typeface="Calibri"/>
                <a:sym typeface="Calibri"/>
              </a:rPr>
              <a:t>www.youtube.com</a:t>
            </a:r>
            <a:r>
              <a:rPr lang="en-US" dirty="0">
                <a:solidFill>
                  <a:schemeClr val="dk1"/>
                </a:solidFill>
                <a:latin typeface="Calibri"/>
                <a:cs typeface="Calibri"/>
                <a:sym typeface="Calibri"/>
              </a:rPr>
              <a:t>/</a:t>
            </a:r>
            <a:r>
              <a:rPr lang="en-US" dirty="0" err="1">
                <a:solidFill>
                  <a:schemeClr val="dk1"/>
                </a:solidFill>
                <a:latin typeface="Calibri"/>
                <a:cs typeface="Calibri"/>
                <a:sym typeface="Calibri"/>
              </a:rPr>
              <a:t>watch?v</a:t>
            </a:r>
            <a:r>
              <a:rPr lang="en-US" dirty="0">
                <a:solidFill>
                  <a:schemeClr val="dk1"/>
                </a:solidFill>
                <a:latin typeface="Calibri"/>
                <a:cs typeface="Calibri"/>
                <a:sym typeface="Calibri"/>
              </a:rPr>
              <a:t>=8hupHmBVvb0 – 4min, </a:t>
            </a:r>
            <a:r>
              <a:rPr lang="en-US" dirty="0">
                <a:solidFill>
                  <a:schemeClr val="dk1"/>
                </a:solidFill>
                <a:latin typeface="Calibri"/>
                <a:cs typeface="Calibri"/>
              </a:rPr>
              <a:t>Jerome Friedman, Data Mining Software Founding Father</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1110</Words>
  <Application>Microsoft Macintosh PowerPoint</Application>
  <PresentationFormat>Widescreen</PresentationFormat>
  <Paragraphs>147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cp:revision>
  <dcterms:modified xsi:type="dcterms:W3CDTF">2019-10-31T20:44:36Z</dcterms:modified>
</cp:coreProperties>
</file>