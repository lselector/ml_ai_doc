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69" r:id="rId2"/>
    <p:sldId id="302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2"/>
    <p:restoredTop sz="92203"/>
  </p:normalViewPr>
  <p:slideViewPr>
    <p:cSldViewPr snapToGrid="0" snapToObjects="1">
      <p:cViewPr varScale="1">
        <p:scale>
          <a:sx n="95" d="100"/>
          <a:sy n="95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tats.stackexchange.com/questions/3931/intuitive-explanation-for-dividing-by-n-1-when-calculating-standard-deviation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2EEA3B-9D50-A145-B8FE-B6686486D979}"/>
              </a:ext>
            </a:extLst>
          </p:cNvPr>
          <p:cNvSpPr txBox="1"/>
          <p:nvPr/>
        </p:nvSpPr>
        <p:spPr>
          <a:xfrm>
            <a:off x="86379" y="265087"/>
            <a:ext cx="699122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into Statistics</a:t>
            </a:r>
          </a:p>
          <a:p>
            <a:endParaRPr lang="en-US" dirty="0"/>
          </a:p>
          <a:p>
            <a:r>
              <a:rPr lang="en-US" dirty="0"/>
              <a:t>“Statistics is the study of the collection, analysis, </a:t>
            </a:r>
          </a:p>
          <a:p>
            <a:r>
              <a:rPr lang="en-US" dirty="0"/>
              <a:t>interpretation, presentation, and organization of data.” </a:t>
            </a:r>
          </a:p>
          <a:p>
            <a:endParaRPr lang="en-US" dirty="0"/>
          </a:p>
          <a:p>
            <a:r>
              <a:rPr lang="en-US" dirty="0"/>
              <a:t>Being a Statistician is the major part of being a Data Scientist. </a:t>
            </a:r>
          </a:p>
          <a:p>
            <a:r>
              <a:rPr lang="en-US" dirty="0"/>
              <a:t>And it is tricky, because there is easy to misuse statistics:</a:t>
            </a:r>
          </a:p>
          <a:p>
            <a:r>
              <a:rPr lang="en-US" b="1" dirty="0">
                <a:solidFill>
                  <a:srgbClr val="0070C0"/>
                </a:solidFill>
              </a:rPr>
              <a:t>“There are three kinds of lies: lies, damned lies, and statistics.”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Statistics involves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Collecting (sampling) the data from different kind of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Visualizing the data, estimating the parameters (average/mean values, errors,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validity of a hypothesis (null hypothesis) – or alternative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Estimating intervals, estimating significance of observed differences, etc.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D731C5-EDD2-C145-932A-A88B03CA281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2994" y="894842"/>
            <a:ext cx="3452730" cy="3601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24CC4E-3332-5542-A614-EDEF0AE14AAA}"/>
              </a:ext>
            </a:extLst>
          </p:cNvPr>
          <p:cNvSpPr txBox="1"/>
          <p:nvPr/>
        </p:nvSpPr>
        <p:spPr>
          <a:xfrm>
            <a:off x="7712242" y="433137"/>
            <a:ext cx="3019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Here are some basic formulas: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AE6D3-B545-F244-8CA7-FAE7513462A6}"/>
              </a:ext>
            </a:extLst>
          </p:cNvPr>
          <p:cNvSpPr txBox="1"/>
          <p:nvPr/>
        </p:nvSpPr>
        <p:spPr>
          <a:xfrm>
            <a:off x="7074568" y="5029200"/>
            <a:ext cx="4920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Intuitive explanation for dividing by (n-1) </a:t>
            </a:r>
          </a:p>
          <a:p>
            <a:r>
              <a:rPr lang="en-US" dirty="0"/>
              <a:t>when calculating standard deviation:</a:t>
            </a:r>
          </a:p>
          <a:p>
            <a:endParaRPr lang="en-US" dirty="0"/>
          </a:p>
          <a:p>
            <a:r>
              <a:rPr lang="en-US" dirty="0"/>
              <a:t>– </a:t>
            </a: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stats.stackexchange.com</a:t>
            </a:r>
            <a:r>
              <a:rPr lang="en-US" dirty="0">
                <a:hlinkClick r:id="rId3"/>
              </a:rPr>
              <a:t>/questions/3931/intuitive-explanation-for-dividing-by-n-1-when-calculating-standard-deviation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9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C9F387-FBE5-3D44-9B40-820D573B2B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013" y="2257388"/>
            <a:ext cx="4540567" cy="2818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84F9D-C180-1B43-99F1-B243D8C3F929}"/>
              </a:ext>
            </a:extLst>
          </p:cNvPr>
          <p:cNvSpPr txBox="1"/>
          <p:nvPr/>
        </p:nvSpPr>
        <p:spPr>
          <a:xfrm>
            <a:off x="297187" y="301228"/>
            <a:ext cx="5328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</a:t>
            </a:r>
          </a:p>
          <a:p>
            <a:br>
              <a:rPr lang="en-US" dirty="0"/>
            </a:br>
            <a:r>
              <a:rPr lang="en-US" dirty="0"/>
              <a:t>standard deviation and standard error and  are NOT the same.</a:t>
            </a:r>
          </a:p>
          <a:p>
            <a:endParaRPr lang="en-US" dirty="0"/>
          </a:p>
          <a:p>
            <a:r>
              <a:rPr lang="en-US" dirty="0"/>
              <a:t>SME = Standard Mean Error = Standard Deviation</a:t>
            </a:r>
          </a:p>
          <a:p>
            <a:r>
              <a:rPr lang="en-US" dirty="0"/>
              <a:t>SEM = Standard Error of Mean = SME / sqrt(n)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41534-4120-C942-81D5-B0662B9480A4}"/>
              </a:ext>
            </a:extLst>
          </p:cNvPr>
          <p:cNvSpPr txBox="1"/>
          <p:nvPr/>
        </p:nvSpPr>
        <p:spPr>
          <a:xfrm>
            <a:off x="211843" y="5510081"/>
            <a:ext cx="6066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error is the error of the estimate of the mean. </a:t>
            </a:r>
          </a:p>
          <a:p>
            <a:r>
              <a:rPr lang="en-US" dirty="0"/>
              <a:t>So as the sample size grows, we can estimate the mean better and better. The error gets smaller proportionally to the square root of sample size 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04C0CA-87F1-9842-B937-53DB4EF2C78D}"/>
              </a:ext>
            </a:extLst>
          </p:cNvPr>
          <p:cNvSpPr txBox="1"/>
          <p:nvPr/>
        </p:nvSpPr>
        <p:spPr>
          <a:xfrm>
            <a:off x="6826678" y="743712"/>
            <a:ext cx="532874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Several ways to calculate standard deviation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scipy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stats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math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([1, 2, 3])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  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3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mean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np.mean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2.0</a:t>
            </a:r>
          </a:p>
          <a:p>
            <a:endParaRPr lang="en-US" sz="12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f"length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{N}, mean={mean:.4f}")  # 3, 2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+= 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 mean)**2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 + 0 + 1 = 2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denom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N - 1               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se1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denom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sqrt(2/2) = 1.0000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se2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np.std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stats has different functions for </a:t>
            </a:r>
            <a:r>
              <a:rPr lang="en-US" sz="12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std_err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2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std_dev</a:t>
            </a:r>
            <a:endParaRPr lang="en-US" sz="12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se3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stats.sem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 *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se4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stats.tstd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trimmed std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print(f"se1 = {se1:.5f}")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print(f"se2 = {se2:.5f}")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print(f"se3 = {se3:.5f}")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print(f"se4 = {se4:.5f}")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835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2830</TotalTime>
  <Words>455</Words>
  <Application>Microsoft Macintosh PowerPoint</Application>
  <PresentationFormat>Widescreen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Menlo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277</cp:revision>
  <cp:lastPrinted>2020-09-21T17:22:59Z</cp:lastPrinted>
  <dcterms:modified xsi:type="dcterms:W3CDTF">2021-04-13T20:38:17Z</dcterms:modified>
</cp:coreProperties>
</file>