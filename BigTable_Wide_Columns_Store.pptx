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Default Extension="tiff" ContentType="image/tiff"/>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
  </p:notesMasterIdLst>
  <p:sldIdLst>
    <p:sldId id="256" r:id="rId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03"/>
    <p:restoredTop sz="94662"/>
  </p:normalViewPr>
  <p:slideViewPr>
    <p:cSldViewPr snapToGrid="0" snapToObjects="1">
      <p:cViewPr varScale="1">
        <p:scale>
          <a:sx n="95" d="100"/>
          <a:sy n="95" d="100"/>
        </p:scale>
        <p:origin x="184" y="4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3" Type="http://schemas.openxmlformats.org/officeDocument/2006/relationships/notesMaster" Target="notesMasters/notesMaster1.xml"/><Relationship Id="rId7"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heme" Target="theme/theme1.xml"/><Relationship Id="rId5" Type="http://schemas.openxmlformats.org/officeDocument/2006/relationships/viewProps" Target="viewProps.xml"/><Relationship Id="rId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539DC66-5333-FC42-A773-0C1BC6724EFB}" type="datetimeFigureOut">
              <a:rPr lang="en-US" smtClean="0"/>
              <a:t>5/14/20</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EBACFAE-8D8B-CA40-BDDD-5A3A8670B8FD}" type="slidenum">
              <a:rPr lang="en-US" smtClean="0"/>
              <a:t>‹#›</a:t>
            </a:fld>
            <a:endParaRPr lang="en-US"/>
          </a:p>
        </p:txBody>
      </p:sp>
    </p:spTree>
    <p:extLst>
      <p:ext uri="{BB962C8B-B14F-4D97-AF65-F5344CB8AC3E}">
        <p14:creationId xmlns:p14="http://schemas.microsoft.com/office/powerpoint/2010/main" val="75833342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EBACFAE-8D8B-CA40-BDDD-5A3A8670B8FD}" type="slidenum">
              <a:rPr lang="en-US" smtClean="0"/>
              <a:t>1</a:t>
            </a:fld>
            <a:endParaRPr lang="en-US"/>
          </a:p>
        </p:txBody>
      </p:sp>
    </p:spTree>
    <p:extLst>
      <p:ext uri="{BB962C8B-B14F-4D97-AF65-F5344CB8AC3E}">
        <p14:creationId xmlns:p14="http://schemas.microsoft.com/office/powerpoint/2010/main" val="219510664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3C301D-7AC1-8C4F-902B-66A1D7CEA07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15A6CE9D-04FA-EA49-852C-58539A878FD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B5EFE18C-D847-BC49-952A-07999FD50DC9}"/>
              </a:ext>
            </a:extLst>
          </p:cNvPr>
          <p:cNvSpPr>
            <a:spLocks noGrp="1"/>
          </p:cNvSpPr>
          <p:nvPr>
            <p:ph type="dt" sz="half" idx="10"/>
          </p:nvPr>
        </p:nvSpPr>
        <p:spPr/>
        <p:txBody>
          <a:bodyPr/>
          <a:lstStyle/>
          <a:p>
            <a:fld id="{C0ACAAED-9122-1F41-BE0E-E5AA0373C988}" type="datetimeFigureOut">
              <a:rPr lang="en-US" smtClean="0"/>
              <a:t>5/14/20</a:t>
            </a:fld>
            <a:endParaRPr lang="en-US"/>
          </a:p>
        </p:txBody>
      </p:sp>
      <p:sp>
        <p:nvSpPr>
          <p:cNvPr id="5" name="Footer Placeholder 4">
            <a:extLst>
              <a:ext uri="{FF2B5EF4-FFF2-40B4-BE49-F238E27FC236}">
                <a16:creationId xmlns:a16="http://schemas.microsoft.com/office/drawing/2014/main" id="{B42254AE-C619-F84F-B4FE-12045DBF83D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8553C98-38E5-454C-B7F5-DAEA1B69808A}"/>
              </a:ext>
            </a:extLst>
          </p:cNvPr>
          <p:cNvSpPr>
            <a:spLocks noGrp="1"/>
          </p:cNvSpPr>
          <p:nvPr>
            <p:ph type="sldNum" sz="quarter" idx="12"/>
          </p:nvPr>
        </p:nvSpPr>
        <p:spPr/>
        <p:txBody>
          <a:bodyPr/>
          <a:lstStyle/>
          <a:p>
            <a:fld id="{76DEFF8E-4227-C14F-86AB-3F3B18ABEA51}" type="slidenum">
              <a:rPr lang="en-US" smtClean="0"/>
              <a:t>‹#›</a:t>
            </a:fld>
            <a:endParaRPr lang="en-US"/>
          </a:p>
        </p:txBody>
      </p:sp>
    </p:spTree>
    <p:extLst>
      <p:ext uri="{BB962C8B-B14F-4D97-AF65-F5344CB8AC3E}">
        <p14:creationId xmlns:p14="http://schemas.microsoft.com/office/powerpoint/2010/main" val="380930812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A71CA0-AF77-814E-B780-A553047D9F6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463846B-00CB-B64F-9580-0556D23785C7}"/>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1685E36-A054-E046-8B06-5E9D56A71C3E}"/>
              </a:ext>
            </a:extLst>
          </p:cNvPr>
          <p:cNvSpPr>
            <a:spLocks noGrp="1"/>
          </p:cNvSpPr>
          <p:nvPr>
            <p:ph type="dt" sz="half" idx="10"/>
          </p:nvPr>
        </p:nvSpPr>
        <p:spPr/>
        <p:txBody>
          <a:bodyPr/>
          <a:lstStyle/>
          <a:p>
            <a:fld id="{C0ACAAED-9122-1F41-BE0E-E5AA0373C988}" type="datetimeFigureOut">
              <a:rPr lang="en-US" smtClean="0"/>
              <a:t>5/14/20</a:t>
            </a:fld>
            <a:endParaRPr lang="en-US"/>
          </a:p>
        </p:txBody>
      </p:sp>
      <p:sp>
        <p:nvSpPr>
          <p:cNvPr id="5" name="Footer Placeholder 4">
            <a:extLst>
              <a:ext uri="{FF2B5EF4-FFF2-40B4-BE49-F238E27FC236}">
                <a16:creationId xmlns:a16="http://schemas.microsoft.com/office/drawing/2014/main" id="{7C317867-9C20-CE43-869B-9809A620C1F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2CEB7FA-BCAF-6143-8EDA-3CE8A2A85B01}"/>
              </a:ext>
            </a:extLst>
          </p:cNvPr>
          <p:cNvSpPr>
            <a:spLocks noGrp="1"/>
          </p:cNvSpPr>
          <p:nvPr>
            <p:ph type="sldNum" sz="quarter" idx="12"/>
          </p:nvPr>
        </p:nvSpPr>
        <p:spPr/>
        <p:txBody>
          <a:bodyPr/>
          <a:lstStyle/>
          <a:p>
            <a:fld id="{76DEFF8E-4227-C14F-86AB-3F3B18ABEA51}" type="slidenum">
              <a:rPr lang="en-US" smtClean="0"/>
              <a:t>‹#›</a:t>
            </a:fld>
            <a:endParaRPr lang="en-US"/>
          </a:p>
        </p:txBody>
      </p:sp>
    </p:spTree>
    <p:extLst>
      <p:ext uri="{BB962C8B-B14F-4D97-AF65-F5344CB8AC3E}">
        <p14:creationId xmlns:p14="http://schemas.microsoft.com/office/powerpoint/2010/main" val="323187621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61127C-922A-3049-B14B-615C57738558}"/>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34AFFE8F-AAFB-5947-B34E-F00066268941}"/>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a:extLst>
              <a:ext uri="{FF2B5EF4-FFF2-40B4-BE49-F238E27FC236}">
                <a16:creationId xmlns:a16="http://schemas.microsoft.com/office/drawing/2014/main" id="{55DFFFA3-8358-2448-A937-42C5DEF8459B}"/>
              </a:ext>
            </a:extLst>
          </p:cNvPr>
          <p:cNvSpPr>
            <a:spLocks noGrp="1"/>
          </p:cNvSpPr>
          <p:nvPr>
            <p:ph type="dt" sz="half" idx="10"/>
          </p:nvPr>
        </p:nvSpPr>
        <p:spPr/>
        <p:txBody>
          <a:bodyPr/>
          <a:lstStyle/>
          <a:p>
            <a:fld id="{C0ACAAED-9122-1F41-BE0E-E5AA0373C988}" type="datetimeFigureOut">
              <a:rPr lang="en-US" smtClean="0"/>
              <a:t>5/14/20</a:t>
            </a:fld>
            <a:endParaRPr lang="en-US"/>
          </a:p>
        </p:txBody>
      </p:sp>
      <p:sp>
        <p:nvSpPr>
          <p:cNvPr id="5" name="Footer Placeholder 4">
            <a:extLst>
              <a:ext uri="{FF2B5EF4-FFF2-40B4-BE49-F238E27FC236}">
                <a16:creationId xmlns:a16="http://schemas.microsoft.com/office/drawing/2014/main" id="{54E3E33D-4872-354E-92C7-D83BEE7E237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50DE9BE-B91B-7F44-B73C-79E20052CC43}"/>
              </a:ext>
            </a:extLst>
          </p:cNvPr>
          <p:cNvSpPr>
            <a:spLocks noGrp="1"/>
          </p:cNvSpPr>
          <p:nvPr>
            <p:ph type="sldNum" sz="quarter" idx="12"/>
          </p:nvPr>
        </p:nvSpPr>
        <p:spPr/>
        <p:txBody>
          <a:bodyPr/>
          <a:lstStyle/>
          <a:p>
            <a:fld id="{76DEFF8E-4227-C14F-86AB-3F3B18ABEA51}" type="slidenum">
              <a:rPr lang="en-US" smtClean="0"/>
              <a:t>‹#›</a:t>
            </a:fld>
            <a:endParaRPr lang="en-US"/>
          </a:p>
        </p:txBody>
      </p:sp>
    </p:spTree>
    <p:extLst>
      <p:ext uri="{BB962C8B-B14F-4D97-AF65-F5344CB8AC3E}">
        <p14:creationId xmlns:p14="http://schemas.microsoft.com/office/powerpoint/2010/main" val="281601490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91EDD1-EF5E-0942-B75F-5642850AF3C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C4E2C3B-2245-C04B-8AE1-7EA93C359505}"/>
              </a:ext>
            </a:extLst>
          </p:cNvPr>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4556C25C-6C54-CC47-A439-5E763A35B8C7}"/>
              </a:ext>
            </a:extLst>
          </p:cNvPr>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DD410A7D-50B6-A044-838C-8BF0E25CB55E}"/>
              </a:ext>
            </a:extLst>
          </p:cNvPr>
          <p:cNvSpPr>
            <a:spLocks noGrp="1"/>
          </p:cNvSpPr>
          <p:nvPr>
            <p:ph type="dt" sz="half" idx="10"/>
          </p:nvPr>
        </p:nvSpPr>
        <p:spPr/>
        <p:txBody>
          <a:bodyPr/>
          <a:lstStyle/>
          <a:p>
            <a:fld id="{C0ACAAED-9122-1F41-BE0E-E5AA0373C988}" type="datetimeFigureOut">
              <a:rPr lang="en-US" smtClean="0"/>
              <a:t>5/14/20</a:t>
            </a:fld>
            <a:endParaRPr lang="en-US"/>
          </a:p>
        </p:txBody>
      </p:sp>
      <p:sp>
        <p:nvSpPr>
          <p:cNvPr id="6" name="Footer Placeholder 5">
            <a:extLst>
              <a:ext uri="{FF2B5EF4-FFF2-40B4-BE49-F238E27FC236}">
                <a16:creationId xmlns:a16="http://schemas.microsoft.com/office/drawing/2014/main" id="{BE89825D-9D9C-B246-9764-D29DA63DF09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B304E7E-F615-5A4C-A5AD-5635896B40C3}"/>
              </a:ext>
            </a:extLst>
          </p:cNvPr>
          <p:cNvSpPr>
            <a:spLocks noGrp="1"/>
          </p:cNvSpPr>
          <p:nvPr>
            <p:ph type="sldNum" sz="quarter" idx="12"/>
          </p:nvPr>
        </p:nvSpPr>
        <p:spPr/>
        <p:txBody>
          <a:bodyPr/>
          <a:lstStyle/>
          <a:p>
            <a:fld id="{76DEFF8E-4227-C14F-86AB-3F3B18ABEA51}" type="slidenum">
              <a:rPr lang="en-US" smtClean="0"/>
              <a:t>‹#›</a:t>
            </a:fld>
            <a:endParaRPr lang="en-US"/>
          </a:p>
        </p:txBody>
      </p:sp>
    </p:spTree>
    <p:extLst>
      <p:ext uri="{BB962C8B-B14F-4D97-AF65-F5344CB8AC3E}">
        <p14:creationId xmlns:p14="http://schemas.microsoft.com/office/powerpoint/2010/main" val="231470385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79E5D5-2034-4249-A68F-A088B5646B3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9604730A-9EC2-7A4E-B2E0-7C4C25E5FD9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515B31CC-465F-8640-A386-C2B97CF9836E}"/>
              </a:ext>
            </a:extLst>
          </p:cNvPr>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3A8216A0-A068-F24D-9386-208BBB0A1D9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353452AB-D623-7644-A8FE-89DF2C34CF6B}"/>
              </a:ext>
            </a:extLst>
          </p:cNvPr>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0B61E2E-E108-064C-BBCE-5F13C3E3E7C8}"/>
              </a:ext>
            </a:extLst>
          </p:cNvPr>
          <p:cNvSpPr>
            <a:spLocks noGrp="1"/>
          </p:cNvSpPr>
          <p:nvPr>
            <p:ph type="dt" sz="half" idx="10"/>
          </p:nvPr>
        </p:nvSpPr>
        <p:spPr/>
        <p:txBody>
          <a:bodyPr/>
          <a:lstStyle/>
          <a:p>
            <a:fld id="{C0ACAAED-9122-1F41-BE0E-E5AA0373C988}" type="datetimeFigureOut">
              <a:rPr lang="en-US" smtClean="0"/>
              <a:t>5/14/20</a:t>
            </a:fld>
            <a:endParaRPr lang="en-US"/>
          </a:p>
        </p:txBody>
      </p:sp>
      <p:sp>
        <p:nvSpPr>
          <p:cNvPr id="8" name="Footer Placeholder 7">
            <a:extLst>
              <a:ext uri="{FF2B5EF4-FFF2-40B4-BE49-F238E27FC236}">
                <a16:creationId xmlns:a16="http://schemas.microsoft.com/office/drawing/2014/main" id="{C6F6F6D1-1D2F-914E-A521-3F2060DBA2B4}"/>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4DE48A2F-9631-7F47-BE0B-FED8F7890E56}"/>
              </a:ext>
            </a:extLst>
          </p:cNvPr>
          <p:cNvSpPr>
            <a:spLocks noGrp="1"/>
          </p:cNvSpPr>
          <p:nvPr>
            <p:ph type="sldNum" sz="quarter" idx="12"/>
          </p:nvPr>
        </p:nvSpPr>
        <p:spPr/>
        <p:txBody>
          <a:bodyPr/>
          <a:lstStyle/>
          <a:p>
            <a:fld id="{76DEFF8E-4227-C14F-86AB-3F3B18ABEA51}" type="slidenum">
              <a:rPr lang="en-US" smtClean="0"/>
              <a:t>‹#›</a:t>
            </a:fld>
            <a:endParaRPr lang="en-US"/>
          </a:p>
        </p:txBody>
      </p:sp>
    </p:spTree>
    <p:extLst>
      <p:ext uri="{BB962C8B-B14F-4D97-AF65-F5344CB8AC3E}">
        <p14:creationId xmlns:p14="http://schemas.microsoft.com/office/powerpoint/2010/main" val="343019370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00D847-36BF-404E-A004-EFB6373B3355}"/>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61D16E85-BD0E-0043-8204-13B76148C0B7}"/>
              </a:ext>
            </a:extLst>
          </p:cNvPr>
          <p:cNvSpPr>
            <a:spLocks noGrp="1"/>
          </p:cNvSpPr>
          <p:nvPr>
            <p:ph type="dt" sz="half" idx="10"/>
          </p:nvPr>
        </p:nvSpPr>
        <p:spPr/>
        <p:txBody>
          <a:bodyPr/>
          <a:lstStyle/>
          <a:p>
            <a:fld id="{C0ACAAED-9122-1F41-BE0E-E5AA0373C988}" type="datetimeFigureOut">
              <a:rPr lang="en-US" smtClean="0"/>
              <a:t>5/14/20</a:t>
            </a:fld>
            <a:endParaRPr lang="en-US"/>
          </a:p>
        </p:txBody>
      </p:sp>
      <p:sp>
        <p:nvSpPr>
          <p:cNvPr id="4" name="Footer Placeholder 3">
            <a:extLst>
              <a:ext uri="{FF2B5EF4-FFF2-40B4-BE49-F238E27FC236}">
                <a16:creationId xmlns:a16="http://schemas.microsoft.com/office/drawing/2014/main" id="{232330D5-65D4-7446-B72F-86B12CE2872E}"/>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D2327BA6-9F8B-7A40-A12C-E595F02E50C6}"/>
              </a:ext>
            </a:extLst>
          </p:cNvPr>
          <p:cNvSpPr>
            <a:spLocks noGrp="1"/>
          </p:cNvSpPr>
          <p:nvPr>
            <p:ph type="sldNum" sz="quarter" idx="12"/>
          </p:nvPr>
        </p:nvSpPr>
        <p:spPr/>
        <p:txBody>
          <a:bodyPr/>
          <a:lstStyle/>
          <a:p>
            <a:fld id="{76DEFF8E-4227-C14F-86AB-3F3B18ABEA51}" type="slidenum">
              <a:rPr lang="en-US" smtClean="0"/>
              <a:t>‹#›</a:t>
            </a:fld>
            <a:endParaRPr lang="en-US"/>
          </a:p>
        </p:txBody>
      </p:sp>
    </p:spTree>
    <p:extLst>
      <p:ext uri="{BB962C8B-B14F-4D97-AF65-F5344CB8AC3E}">
        <p14:creationId xmlns:p14="http://schemas.microsoft.com/office/powerpoint/2010/main" val="353744414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499E615-BD59-DB48-A1A1-DE24DEBDBA48}"/>
              </a:ext>
            </a:extLst>
          </p:cNvPr>
          <p:cNvSpPr>
            <a:spLocks noGrp="1"/>
          </p:cNvSpPr>
          <p:nvPr>
            <p:ph type="dt" sz="half" idx="10"/>
          </p:nvPr>
        </p:nvSpPr>
        <p:spPr/>
        <p:txBody>
          <a:bodyPr/>
          <a:lstStyle/>
          <a:p>
            <a:fld id="{C0ACAAED-9122-1F41-BE0E-E5AA0373C988}" type="datetimeFigureOut">
              <a:rPr lang="en-US" smtClean="0"/>
              <a:t>5/14/20</a:t>
            </a:fld>
            <a:endParaRPr lang="en-US"/>
          </a:p>
        </p:txBody>
      </p:sp>
      <p:sp>
        <p:nvSpPr>
          <p:cNvPr id="3" name="Footer Placeholder 2">
            <a:extLst>
              <a:ext uri="{FF2B5EF4-FFF2-40B4-BE49-F238E27FC236}">
                <a16:creationId xmlns:a16="http://schemas.microsoft.com/office/drawing/2014/main" id="{67B11865-1264-8D4D-B3CC-38837356109A}"/>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AE71EDE-5FBE-9243-83C5-42EBE7CEF058}"/>
              </a:ext>
            </a:extLst>
          </p:cNvPr>
          <p:cNvSpPr>
            <a:spLocks noGrp="1"/>
          </p:cNvSpPr>
          <p:nvPr>
            <p:ph type="sldNum" sz="quarter" idx="12"/>
          </p:nvPr>
        </p:nvSpPr>
        <p:spPr/>
        <p:txBody>
          <a:bodyPr/>
          <a:lstStyle/>
          <a:p>
            <a:fld id="{76DEFF8E-4227-C14F-86AB-3F3B18ABEA51}" type="slidenum">
              <a:rPr lang="en-US" smtClean="0"/>
              <a:t>‹#›</a:t>
            </a:fld>
            <a:endParaRPr lang="en-US"/>
          </a:p>
        </p:txBody>
      </p:sp>
    </p:spTree>
    <p:extLst>
      <p:ext uri="{BB962C8B-B14F-4D97-AF65-F5344CB8AC3E}">
        <p14:creationId xmlns:p14="http://schemas.microsoft.com/office/powerpoint/2010/main" val="395989320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9475BE-A909-2445-ABC5-506FFAD5AB4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7BA0FF1F-1DA4-E140-B537-39A6C54F969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F1C4F9AF-EF3E-0A40-8C0D-87DCDF7FF0E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8E72CACE-4AFB-AE47-BD8E-32F096AE6A15}"/>
              </a:ext>
            </a:extLst>
          </p:cNvPr>
          <p:cNvSpPr>
            <a:spLocks noGrp="1"/>
          </p:cNvSpPr>
          <p:nvPr>
            <p:ph type="dt" sz="half" idx="10"/>
          </p:nvPr>
        </p:nvSpPr>
        <p:spPr/>
        <p:txBody>
          <a:bodyPr/>
          <a:lstStyle/>
          <a:p>
            <a:fld id="{C0ACAAED-9122-1F41-BE0E-E5AA0373C988}" type="datetimeFigureOut">
              <a:rPr lang="en-US" smtClean="0"/>
              <a:t>5/14/20</a:t>
            </a:fld>
            <a:endParaRPr lang="en-US"/>
          </a:p>
        </p:txBody>
      </p:sp>
      <p:sp>
        <p:nvSpPr>
          <p:cNvPr id="6" name="Footer Placeholder 5">
            <a:extLst>
              <a:ext uri="{FF2B5EF4-FFF2-40B4-BE49-F238E27FC236}">
                <a16:creationId xmlns:a16="http://schemas.microsoft.com/office/drawing/2014/main" id="{F7B357AE-7BE0-4F46-91AB-6A3E298BBE7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075BA11-617E-6F44-BB79-0A2E1A9AA461}"/>
              </a:ext>
            </a:extLst>
          </p:cNvPr>
          <p:cNvSpPr>
            <a:spLocks noGrp="1"/>
          </p:cNvSpPr>
          <p:nvPr>
            <p:ph type="sldNum" sz="quarter" idx="12"/>
          </p:nvPr>
        </p:nvSpPr>
        <p:spPr/>
        <p:txBody>
          <a:bodyPr/>
          <a:lstStyle/>
          <a:p>
            <a:fld id="{76DEFF8E-4227-C14F-86AB-3F3B18ABEA51}" type="slidenum">
              <a:rPr lang="en-US" smtClean="0"/>
              <a:t>‹#›</a:t>
            </a:fld>
            <a:endParaRPr lang="en-US"/>
          </a:p>
        </p:txBody>
      </p:sp>
    </p:spTree>
    <p:extLst>
      <p:ext uri="{BB962C8B-B14F-4D97-AF65-F5344CB8AC3E}">
        <p14:creationId xmlns:p14="http://schemas.microsoft.com/office/powerpoint/2010/main" val="402993511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CDDD57-D339-4646-879F-4C06F387100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9A9F04BB-1188-B145-A193-13340BE1002C}"/>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9DE0D14-0CC6-9845-918F-95F1F1278ED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F69E0DF5-0033-5E46-8BD0-0B8962021246}"/>
              </a:ext>
            </a:extLst>
          </p:cNvPr>
          <p:cNvSpPr>
            <a:spLocks noGrp="1"/>
          </p:cNvSpPr>
          <p:nvPr>
            <p:ph type="dt" sz="half" idx="10"/>
          </p:nvPr>
        </p:nvSpPr>
        <p:spPr/>
        <p:txBody>
          <a:bodyPr/>
          <a:lstStyle/>
          <a:p>
            <a:fld id="{C0ACAAED-9122-1F41-BE0E-E5AA0373C988}" type="datetimeFigureOut">
              <a:rPr lang="en-US" smtClean="0"/>
              <a:t>5/14/20</a:t>
            </a:fld>
            <a:endParaRPr lang="en-US"/>
          </a:p>
        </p:txBody>
      </p:sp>
      <p:sp>
        <p:nvSpPr>
          <p:cNvPr id="6" name="Footer Placeholder 5">
            <a:extLst>
              <a:ext uri="{FF2B5EF4-FFF2-40B4-BE49-F238E27FC236}">
                <a16:creationId xmlns:a16="http://schemas.microsoft.com/office/drawing/2014/main" id="{A4CDF1F7-38F6-A34F-9A66-434771AD7B3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55EFAE0-ADC4-DC40-A87F-A73A6FBF71B9}"/>
              </a:ext>
            </a:extLst>
          </p:cNvPr>
          <p:cNvSpPr>
            <a:spLocks noGrp="1"/>
          </p:cNvSpPr>
          <p:nvPr>
            <p:ph type="sldNum" sz="quarter" idx="12"/>
          </p:nvPr>
        </p:nvSpPr>
        <p:spPr/>
        <p:txBody>
          <a:bodyPr/>
          <a:lstStyle/>
          <a:p>
            <a:fld id="{76DEFF8E-4227-C14F-86AB-3F3B18ABEA51}" type="slidenum">
              <a:rPr lang="en-US" smtClean="0"/>
              <a:t>‹#›</a:t>
            </a:fld>
            <a:endParaRPr lang="en-US"/>
          </a:p>
        </p:txBody>
      </p:sp>
    </p:spTree>
    <p:extLst>
      <p:ext uri="{BB962C8B-B14F-4D97-AF65-F5344CB8AC3E}">
        <p14:creationId xmlns:p14="http://schemas.microsoft.com/office/powerpoint/2010/main" val="203274905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A6A514-2BF4-AB48-8DEE-CEA0BBC1668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CA0DD4C8-8BD4-AC45-8F1B-810B15948536}"/>
              </a:ext>
            </a:extLst>
          </p:cNvPr>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D78792D-D802-4945-85DB-062164F854A7}"/>
              </a:ext>
            </a:extLst>
          </p:cNvPr>
          <p:cNvSpPr>
            <a:spLocks noGrp="1"/>
          </p:cNvSpPr>
          <p:nvPr>
            <p:ph type="dt" sz="half" idx="10"/>
          </p:nvPr>
        </p:nvSpPr>
        <p:spPr/>
        <p:txBody>
          <a:bodyPr/>
          <a:lstStyle/>
          <a:p>
            <a:fld id="{C0ACAAED-9122-1F41-BE0E-E5AA0373C988}" type="datetimeFigureOut">
              <a:rPr lang="en-US" smtClean="0"/>
              <a:t>5/14/20</a:t>
            </a:fld>
            <a:endParaRPr lang="en-US"/>
          </a:p>
        </p:txBody>
      </p:sp>
      <p:sp>
        <p:nvSpPr>
          <p:cNvPr id="5" name="Footer Placeholder 4">
            <a:extLst>
              <a:ext uri="{FF2B5EF4-FFF2-40B4-BE49-F238E27FC236}">
                <a16:creationId xmlns:a16="http://schemas.microsoft.com/office/drawing/2014/main" id="{CB3D4CC6-98A0-C942-BD92-3E0B8A8A649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10E76B3-5A60-8247-B79D-58348C24C48B}"/>
              </a:ext>
            </a:extLst>
          </p:cNvPr>
          <p:cNvSpPr>
            <a:spLocks noGrp="1"/>
          </p:cNvSpPr>
          <p:nvPr>
            <p:ph type="sldNum" sz="quarter" idx="12"/>
          </p:nvPr>
        </p:nvSpPr>
        <p:spPr/>
        <p:txBody>
          <a:bodyPr/>
          <a:lstStyle/>
          <a:p>
            <a:fld id="{76DEFF8E-4227-C14F-86AB-3F3B18ABEA51}" type="slidenum">
              <a:rPr lang="en-US" smtClean="0"/>
              <a:t>‹#›</a:t>
            </a:fld>
            <a:endParaRPr lang="en-US"/>
          </a:p>
        </p:txBody>
      </p:sp>
    </p:spTree>
    <p:extLst>
      <p:ext uri="{BB962C8B-B14F-4D97-AF65-F5344CB8AC3E}">
        <p14:creationId xmlns:p14="http://schemas.microsoft.com/office/powerpoint/2010/main" val="238790433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1D6A8E0-1C58-8D45-9320-9C6EF1DBBC7F}"/>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283FEB8-2E67-E640-87CD-40AD376FD348}"/>
              </a:ext>
            </a:extLst>
          </p:cNvPr>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E9A0B55-1D88-8542-AF79-48CCF977D2CE}"/>
              </a:ext>
            </a:extLst>
          </p:cNvPr>
          <p:cNvSpPr>
            <a:spLocks noGrp="1"/>
          </p:cNvSpPr>
          <p:nvPr>
            <p:ph type="dt" sz="half" idx="10"/>
          </p:nvPr>
        </p:nvSpPr>
        <p:spPr/>
        <p:txBody>
          <a:bodyPr/>
          <a:lstStyle/>
          <a:p>
            <a:fld id="{C0ACAAED-9122-1F41-BE0E-E5AA0373C988}" type="datetimeFigureOut">
              <a:rPr lang="en-US" smtClean="0"/>
              <a:t>5/14/20</a:t>
            </a:fld>
            <a:endParaRPr lang="en-US"/>
          </a:p>
        </p:txBody>
      </p:sp>
      <p:sp>
        <p:nvSpPr>
          <p:cNvPr id="5" name="Footer Placeholder 4">
            <a:extLst>
              <a:ext uri="{FF2B5EF4-FFF2-40B4-BE49-F238E27FC236}">
                <a16:creationId xmlns:a16="http://schemas.microsoft.com/office/drawing/2014/main" id="{E3609C4C-56ED-7C44-A638-0217B728887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5CF697D-46B5-0044-99B8-2C83DAB62E9E}"/>
              </a:ext>
            </a:extLst>
          </p:cNvPr>
          <p:cNvSpPr>
            <a:spLocks noGrp="1"/>
          </p:cNvSpPr>
          <p:nvPr>
            <p:ph type="sldNum" sz="quarter" idx="12"/>
          </p:nvPr>
        </p:nvSpPr>
        <p:spPr/>
        <p:txBody>
          <a:bodyPr/>
          <a:lstStyle/>
          <a:p>
            <a:fld id="{76DEFF8E-4227-C14F-86AB-3F3B18ABEA51}" type="slidenum">
              <a:rPr lang="en-US" smtClean="0"/>
              <a:t>‹#›</a:t>
            </a:fld>
            <a:endParaRPr lang="en-US"/>
          </a:p>
        </p:txBody>
      </p:sp>
    </p:spTree>
    <p:extLst>
      <p:ext uri="{BB962C8B-B14F-4D97-AF65-F5344CB8AC3E}">
        <p14:creationId xmlns:p14="http://schemas.microsoft.com/office/powerpoint/2010/main" val="36599144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4625A08-64DC-8E43-BB5C-65046744086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F0A9B4F0-43B6-BD42-A5CA-B0D9E0ACF8D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7095E26-9602-8A41-9B2A-81380919E0C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0ACAAED-9122-1F41-BE0E-E5AA0373C988}" type="datetimeFigureOut">
              <a:rPr lang="en-US" smtClean="0"/>
              <a:t>5/14/20</a:t>
            </a:fld>
            <a:endParaRPr lang="en-US"/>
          </a:p>
        </p:txBody>
      </p:sp>
      <p:sp>
        <p:nvSpPr>
          <p:cNvPr id="5" name="Footer Placeholder 4">
            <a:extLst>
              <a:ext uri="{FF2B5EF4-FFF2-40B4-BE49-F238E27FC236}">
                <a16:creationId xmlns:a16="http://schemas.microsoft.com/office/drawing/2014/main" id="{D73385A8-B3CD-A349-A5EC-BA55C60AAD1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68E04AA7-DF55-A045-A46B-9992326F1D8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6DEFF8E-4227-C14F-86AB-3F3B18ABEA51}" type="slidenum">
              <a:rPr lang="en-US" smtClean="0"/>
              <a:t>‹#›</a:t>
            </a:fld>
            <a:endParaRPr lang="en-US"/>
          </a:p>
        </p:txBody>
      </p:sp>
    </p:spTree>
    <p:extLst>
      <p:ext uri="{BB962C8B-B14F-4D97-AF65-F5344CB8AC3E}">
        <p14:creationId xmlns:p14="http://schemas.microsoft.com/office/powerpoint/2010/main" val="140097792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tatic.googleusercontent.com/media/research.google.com/en/archive/bigtable-osdi06.pdf"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tiff"/><Relationship Id="rId4" Type="http://schemas.openxmlformats.org/officeDocument/2006/relationships/image" Target="../media/image1.tiff"/></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540068F2-FA37-A340-BBCC-EAD896473727}"/>
              </a:ext>
            </a:extLst>
          </p:cNvPr>
          <p:cNvSpPr txBox="1"/>
          <p:nvPr/>
        </p:nvSpPr>
        <p:spPr>
          <a:xfrm>
            <a:off x="94129" y="0"/>
            <a:ext cx="5688106" cy="523220"/>
          </a:xfrm>
          <a:prstGeom prst="rect">
            <a:avLst/>
          </a:prstGeom>
          <a:noFill/>
        </p:spPr>
        <p:txBody>
          <a:bodyPr wrap="square" rtlCol="0">
            <a:spAutoFit/>
          </a:bodyPr>
          <a:lstStyle/>
          <a:p>
            <a:r>
              <a:rPr lang="en-US" sz="2800" b="1" dirty="0"/>
              <a:t>Wide Column Stores (WCS)</a:t>
            </a:r>
          </a:p>
        </p:txBody>
      </p:sp>
      <p:sp>
        <p:nvSpPr>
          <p:cNvPr id="5" name="TextBox 4">
            <a:extLst>
              <a:ext uri="{FF2B5EF4-FFF2-40B4-BE49-F238E27FC236}">
                <a16:creationId xmlns:a16="http://schemas.microsoft.com/office/drawing/2014/main" id="{3B14EAAB-CC12-CA4C-B3CB-7BAAF946FD6C}"/>
              </a:ext>
            </a:extLst>
          </p:cNvPr>
          <p:cNvSpPr txBox="1"/>
          <p:nvPr/>
        </p:nvSpPr>
        <p:spPr>
          <a:xfrm>
            <a:off x="94129" y="618565"/>
            <a:ext cx="5795683" cy="3485570"/>
          </a:xfrm>
          <a:prstGeom prst="rect">
            <a:avLst/>
          </a:prstGeom>
          <a:noFill/>
        </p:spPr>
        <p:txBody>
          <a:bodyPr wrap="square" rtlCol="0">
            <a:spAutoFit/>
          </a:bodyPr>
          <a:lstStyle/>
          <a:p>
            <a:r>
              <a:rPr lang="en-US" sz="1400" dirty="0"/>
              <a:t>Wide column stores (a.k.a. extensible record stores) store data in records with an ability to hold very large numbers of dynamic columns (billions). Since the column names as well as the record keys are not fixed, wide column stores can be seen as two-dimensional key-value stores.</a:t>
            </a:r>
          </a:p>
          <a:p>
            <a:endParaRPr lang="en-US" sz="1400" dirty="0"/>
          </a:p>
          <a:p>
            <a:r>
              <a:rPr lang="en-US" sz="1400" dirty="0"/>
              <a:t>Google's </a:t>
            </a:r>
            <a:r>
              <a:rPr lang="en-US" sz="1400" b="1" dirty="0" err="1">
                <a:solidFill>
                  <a:srgbClr val="FF0000"/>
                </a:solidFill>
              </a:rPr>
              <a:t>BigTable</a:t>
            </a:r>
            <a:r>
              <a:rPr lang="en-US" sz="1400" dirty="0"/>
              <a:t> is considered to be the origin of this class of databases.</a:t>
            </a:r>
          </a:p>
          <a:p>
            <a:r>
              <a:rPr lang="en-US" sz="1400" dirty="0"/>
              <a:t>Classical work: "Bigtable: A Distributed Storage System for Structured Data" (2006) by Fay Chang et al -  </a:t>
            </a:r>
            <a:r>
              <a:rPr lang="en-US" sz="1050" dirty="0">
                <a:hlinkClick r:id="rId3"/>
              </a:rPr>
              <a:t>http://static.googleusercontent.com/media/research.google.com/en//archive/bigtable-osdi06.pdf</a:t>
            </a:r>
            <a:r>
              <a:rPr lang="en-US" sz="1050" dirty="0"/>
              <a:t> </a:t>
            </a:r>
          </a:p>
          <a:p>
            <a:endParaRPr lang="en-US" sz="1400" dirty="0"/>
          </a:p>
          <a:p>
            <a:r>
              <a:rPr lang="en-US" sz="1400" dirty="0"/>
              <a:t>Popular examples of WCS databases:</a:t>
            </a:r>
          </a:p>
          <a:p>
            <a:endParaRPr lang="en-US" sz="1400" dirty="0"/>
          </a:p>
          <a:p>
            <a:pPr marL="285750" indent="-285750">
              <a:buFont typeface="Arial" panose="020B0604020202020204" pitchFamily="34" charset="0"/>
              <a:buChar char="•"/>
            </a:pPr>
            <a:r>
              <a:rPr lang="en-US" sz="1400" b="1" dirty="0">
                <a:solidFill>
                  <a:srgbClr val="FF0000"/>
                </a:solidFill>
              </a:rPr>
              <a:t>Cassandra</a:t>
            </a:r>
            <a:r>
              <a:rPr lang="en-US" sz="1400" dirty="0"/>
              <a:t> (WCS based on ideas of </a:t>
            </a:r>
            <a:r>
              <a:rPr lang="en-US" sz="1400" dirty="0" err="1"/>
              <a:t>BigTable</a:t>
            </a:r>
            <a:r>
              <a:rPr lang="en-US" sz="1400" dirty="0"/>
              <a:t> and DynamoDB)</a:t>
            </a:r>
          </a:p>
          <a:p>
            <a:pPr marL="285750" indent="-285750">
              <a:buFont typeface="Arial" panose="020B0604020202020204" pitchFamily="34" charset="0"/>
              <a:buChar char="•"/>
            </a:pPr>
            <a:r>
              <a:rPr lang="en-US" sz="1400" b="1" dirty="0">
                <a:solidFill>
                  <a:srgbClr val="FF0000"/>
                </a:solidFill>
              </a:rPr>
              <a:t>HBase</a:t>
            </a:r>
            <a:r>
              <a:rPr lang="en-US" sz="1400" dirty="0"/>
              <a:t> (WCS on top of Hadoop)</a:t>
            </a:r>
          </a:p>
          <a:p>
            <a:pPr marL="285750" indent="-285750">
              <a:buFont typeface="Arial" panose="020B0604020202020204" pitchFamily="34" charset="0"/>
              <a:buChar char="•"/>
            </a:pPr>
            <a:r>
              <a:rPr lang="en-US" sz="1400" b="1" dirty="0">
                <a:solidFill>
                  <a:srgbClr val="FF0000"/>
                </a:solidFill>
              </a:rPr>
              <a:t>Microsoft Azure Cosmos DB </a:t>
            </a:r>
            <a:r>
              <a:rPr lang="en-US" sz="1400" dirty="0"/>
              <a:t>(Document store , Graph DBMS, Key-value store, WCS</a:t>
            </a:r>
          </a:p>
        </p:txBody>
      </p:sp>
      <p:pic>
        <p:nvPicPr>
          <p:cNvPr id="6" name="Picture 5">
            <a:extLst>
              <a:ext uri="{FF2B5EF4-FFF2-40B4-BE49-F238E27FC236}">
                <a16:creationId xmlns:a16="http://schemas.microsoft.com/office/drawing/2014/main" id="{5AEDD646-F0CB-6249-B779-BBDBE0A09D8E}"/>
              </a:ext>
            </a:extLst>
          </p:cNvPr>
          <p:cNvPicPr>
            <a:picLocks noChangeAspect="1"/>
          </p:cNvPicPr>
          <p:nvPr/>
        </p:nvPicPr>
        <p:blipFill>
          <a:blip r:embed="rId4"/>
          <a:stretch>
            <a:fillRect/>
          </a:stretch>
        </p:blipFill>
        <p:spPr>
          <a:xfrm>
            <a:off x="625863" y="4684161"/>
            <a:ext cx="10104890" cy="1541826"/>
          </a:xfrm>
          <a:prstGeom prst="rect">
            <a:avLst/>
          </a:prstGeom>
        </p:spPr>
      </p:pic>
      <p:pic>
        <p:nvPicPr>
          <p:cNvPr id="7" name="Picture 6">
            <a:extLst>
              <a:ext uri="{FF2B5EF4-FFF2-40B4-BE49-F238E27FC236}">
                <a16:creationId xmlns:a16="http://schemas.microsoft.com/office/drawing/2014/main" id="{98ED835E-05A2-3140-A788-68A33C34AD9E}"/>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6096000" y="1466000"/>
            <a:ext cx="6096000" cy="1790700"/>
          </a:xfrm>
          <a:prstGeom prst="rect">
            <a:avLst/>
          </a:prstGeom>
        </p:spPr>
      </p:pic>
      <p:cxnSp>
        <p:nvCxnSpPr>
          <p:cNvPr id="9" name="Straight Connector 8">
            <a:extLst>
              <a:ext uri="{FF2B5EF4-FFF2-40B4-BE49-F238E27FC236}">
                <a16:creationId xmlns:a16="http://schemas.microsoft.com/office/drawing/2014/main" id="{3964ACD9-CE67-D842-A27E-8DF9568C333D}"/>
              </a:ext>
            </a:extLst>
          </p:cNvPr>
          <p:cNvCxnSpPr/>
          <p:nvPr/>
        </p:nvCxnSpPr>
        <p:spPr>
          <a:xfrm>
            <a:off x="6096000" y="261610"/>
            <a:ext cx="0" cy="3842525"/>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8755908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15</TotalTime>
  <Words>164</Words>
  <Application>Microsoft Macintosh PowerPoint</Application>
  <PresentationFormat>Widescreen</PresentationFormat>
  <Paragraphs>12</Paragraphs>
  <Slides>1</Slides>
  <Notes>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Arial</vt:lpstr>
      <vt:lpstr>Calibri</vt:lpstr>
      <vt:lpstr>Calibri Light</vt:lpstr>
      <vt:lpstr>Office Theme</vt:lpstr>
      <vt:lpstr>PowerPoint Presentation</vt:lpstr>
    </vt:vector>
  </TitlesOfParts>
  <Company/>
  <LinksUpToDate>false</LinksUpToDate>
  <SharedDoc>false</SharedDoc>
  <HyperlinksChanged>false</HyperlinksChanged>
  <AppVersion>16.0016</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Lev Selector</dc:creator>
  <cp:lastModifiedBy>Lev Selector</cp:lastModifiedBy>
  <cp:revision>3</cp:revision>
  <dcterms:created xsi:type="dcterms:W3CDTF">2020-05-15T03:16:33Z</dcterms:created>
  <dcterms:modified xsi:type="dcterms:W3CDTF">2020-05-15T03:32:13Z</dcterms:modified>
</cp:coreProperties>
</file>