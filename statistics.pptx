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saveSubsetFonts="1" autoCompressPictures="0">
  <p:sldMasterIdLst>
    <p:sldMasterId id="2147483659" r:id="rId1"/>
  </p:sldMasterIdLst>
  <p:notesMasterIdLst>
    <p:notesMasterId r:id="rId20"/>
  </p:notesMasterIdLst>
  <p:sldIdLst>
    <p:sldId id="262" r:id="rId2"/>
    <p:sldId id="263" r:id="rId3"/>
    <p:sldId id="264" r:id="rId4"/>
    <p:sldId id="273" r:id="rId5"/>
    <p:sldId id="265" r:id="rId6"/>
    <p:sldId id="266" r:id="rId7"/>
    <p:sldId id="267" r:id="rId8"/>
    <p:sldId id="268" r:id="rId9"/>
    <p:sldId id="269" r:id="rId10"/>
    <p:sldId id="270" r:id="rId11"/>
    <p:sldId id="271" r:id="rId12"/>
    <p:sldId id="272" r:id="rId13"/>
    <p:sldId id="256" r:id="rId14"/>
    <p:sldId id="257" r:id="rId15"/>
    <p:sldId id="258" r:id="rId16"/>
    <p:sldId id="259" r:id="rId17"/>
    <p:sldId id="260" r:id="rId18"/>
    <p:sldId id="261" r:id="rId19"/>
  </p:sldIdLst>
  <p:sldSz cx="12192000" cy="6858000"/>
  <p:notesSz cx="68580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B1618C5A-BF4F-44D7-ADB2-C5301EF81F8A}">
  <a:tblStyle styleId="{B1618C5A-BF4F-44D7-ADB2-C5301EF81F8A}" styleName="Table_0">
    <a:wholeTbl>
      <a:tcTxStyle>
        <a:font>
          <a:latin typeface="Arial"/>
          <a:ea typeface="Arial"/>
          <a:cs typeface="Arial"/>
        </a:font>
        <a:srgbClr val="000000"/>
      </a:tcTxStyle>
      <a:tcStyle>
        <a:tcBdr>
          <a:left>
            <a:ln w="9525" cap="flat" cmpd="sng">
              <a:solidFill>
                <a:srgbClr val="9E9E9E"/>
              </a:solidFill>
              <a:prstDash val="solid"/>
              <a:round/>
              <a:headEnd type="none" w="sm" len="sm"/>
              <a:tailEnd type="none" w="sm" len="sm"/>
            </a:ln>
          </a:left>
          <a:right>
            <a:ln w="9525" cap="flat" cmpd="sng">
              <a:solidFill>
                <a:srgbClr val="9E9E9E"/>
              </a:solidFill>
              <a:prstDash val="solid"/>
              <a:round/>
              <a:headEnd type="none" w="sm" len="sm"/>
              <a:tailEnd type="none" w="sm" len="sm"/>
            </a:ln>
          </a:right>
          <a:top>
            <a:ln w="9525" cap="flat" cmpd="sng">
              <a:solidFill>
                <a:srgbClr val="9E9E9E"/>
              </a:solidFill>
              <a:prstDash val="solid"/>
              <a:round/>
              <a:headEnd type="none" w="sm" len="sm"/>
              <a:tailEnd type="none" w="sm" len="sm"/>
            </a:ln>
          </a:top>
          <a:bottom>
            <a:ln w="9525" cap="flat" cmpd="sng">
              <a:solidFill>
                <a:srgbClr val="9E9E9E"/>
              </a:solidFill>
              <a:prstDash val="solid"/>
              <a:round/>
              <a:headEnd type="none" w="sm" len="sm"/>
              <a:tailEnd type="none" w="sm" len="sm"/>
            </a:ln>
          </a:bottom>
          <a:insideH>
            <a:ln w="9525" cap="flat" cmpd="sng">
              <a:solidFill>
                <a:srgbClr val="9E9E9E"/>
              </a:solidFill>
              <a:prstDash val="solid"/>
              <a:round/>
              <a:headEnd type="none" w="sm" len="sm"/>
              <a:tailEnd type="none" w="sm" len="sm"/>
            </a:ln>
          </a:insideH>
          <a:insideV>
            <a:ln w="9525" cap="flat" cmpd="sng">
              <a:solidFill>
                <a:srgbClr val="9E9E9E"/>
              </a:solidFill>
              <a:prstDash val="solid"/>
              <a:round/>
              <a:headEnd type="none" w="sm" len="sm"/>
              <a:tailEnd type="none" w="sm" len="sm"/>
            </a:ln>
          </a:insideV>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tcStyle>
    </a:lastRow>
    <a:seCell>
      <a:tcTxStyle/>
      <a:tcStyle>
        <a:tcBdr/>
      </a:tcStyle>
    </a:seCell>
    <a:swCell>
      <a:tcTxStyle/>
      <a:tcStyle>
        <a:tcBdr/>
      </a:tcStyle>
    </a:swCell>
    <a:firstRow>
      <a:tcTxStyle/>
      <a:tcStyle>
        <a:tcBdr/>
      </a:tcStyle>
    </a:firstRow>
    <a:neCell>
      <a:tcTxStyle/>
      <a:tcStyle>
        <a:tcBdr/>
      </a:tcStyle>
    </a:neCell>
    <a:nwCell>
      <a:tcTxStyle/>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11"/>
    <p:restoredTop sz="94694"/>
  </p:normalViewPr>
  <p:slideViewPr>
    <p:cSldViewPr snapToGrid="0" snapToObjects="1">
      <p:cViewPr varScale="1">
        <p:scale>
          <a:sx n="121" d="100"/>
          <a:sy n="121" d="100"/>
        </p:scale>
        <p:origin x="744" y="17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3" Type="http://schemas.openxmlformats.org/officeDocument/2006/relationships/slide" Target="slides/slide2.xml"/><Relationship Id="rId21" Type="http://schemas.openxmlformats.org/officeDocument/2006/relationships/presProps" Target="pres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notesMaster" Target="notesMasters/notesMaster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theme" Target="theme/theme1.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viewProps" Target="view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txBox="1">
            <a:spLocks noGrp="1"/>
          </p:cNvSpPr>
          <p:nvPr>
            <p:ph type="hdr" idx="2"/>
          </p:nvPr>
        </p:nvSpPr>
        <p:spPr>
          <a:xfrm>
            <a:off x="0" y="0"/>
            <a:ext cx="2971800" cy="458788"/>
          </a:xfrm>
          <a:prstGeom prst="rect">
            <a:avLst/>
          </a:prstGeom>
          <a:noFill/>
          <a:ln>
            <a:noFill/>
          </a:ln>
        </p:spPr>
        <p:txBody>
          <a:bodyPr spcFirstLastPara="1" wrap="square" lIns="91425" tIns="91425" rIns="91425" bIns="91425" anchor="t" anchorCtr="0">
            <a:noAutofit/>
          </a:bodyPr>
          <a:lstStyle>
            <a:lvl1pPr marR="0" lvl="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4" name="Google Shape;4;n"/>
          <p:cNvSpPr txBox="1">
            <a:spLocks noGrp="1"/>
          </p:cNvSpPr>
          <p:nvPr>
            <p:ph type="dt" idx="10"/>
          </p:nvPr>
        </p:nvSpPr>
        <p:spPr>
          <a:xfrm>
            <a:off x="3884613" y="0"/>
            <a:ext cx="2971800" cy="458788"/>
          </a:xfrm>
          <a:prstGeom prst="rect">
            <a:avLst/>
          </a:prstGeom>
          <a:noFill/>
          <a:ln>
            <a:noFill/>
          </a:ln>
        </p:spPr>
        <p:txBody>
          <a:bodyPr spcFirstLastPara="1" wrap="square" lIns="91425" tIns="91425" rIns="91425" bIns="91425" anchor="t" anchorCtr="0">
            <a:noAutofit/>
          </a:bodyPr>
          <a:lstStyle>
            <a:lvl1pPr marR="0" lvl="0" algn="r"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5" name="Google Shape;5;n"/>
          <p:cNvSpPr>
            <a:spLocks noGrp="1" noRot="1" noChangeAspect="1"/>
          </p:cNvSpPr>
          <p:nvPr>
            <p:ph type="sldImg" idx="3"/>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 name="Google Shape;6;n"/>
          <p:cNvSpPr txBox="1">
            <a:spLocks noGrp="1"/>
          </p:cNvSpPr>
          <p:nvPr>
            <p:ph type="body" idx="1"/>
          </p:nvPr>
        </p:nvSpPr>
        <p:spPr>
          <a:xfrm>
            <a:off x="685800" y="4400550"/>
            <a:ext cx="5486400" cy="3600450"/>
          </a:xfrm>
          <a:prstGeom prst="rect">
            <a:avLst/>
          </a:prstGeom>
          <a:noFill/>
          <a:ln>
            <a:noFill/>
          </a:ln>
        </p:spPr>
        <p:txBody>
          <a:bodyPr spcFirstLastPara="1" wrap="square" lIns="91425" tIns="91425" rIns="91425" bIns="91425" anchor="t" anchorCtr="0">
            <a:noAutofit/>
          </a:bodyPr>
          <a:lstStyle>
            <a:lvl1pPr marL="457200" marR="0" lvl="0"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L="914400" marR="0" lvl="1"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2pPr>
            <a:lvl3pPr marL="1371600" marR="0" lvl="2"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3pPr>
            <a:lvl4pPr marL="1828800" marR="0" lvl="3"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4pPr>
            <a:lvl5pPr marL="2286000" marR="0" lvl="4"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5pPr>
            <a:lvl6pPr marL="2743200" marR="0" lvl="5"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6pPr>
            <a:lvl7pPr marL="3200400" marR="0" lvl="6"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7pPr>
            <a:lvl8pPr marL="3657600" marR="0" lvl="7"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8pPr>
            <a:lvl9pPr marL="4114800" marR="0" lvl="8"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9pPr>
          </a:lstStyle>
          <a:p>
            <a:endParaRPr/>
          </a:p>
        </p:txBody>
      </p:sp>
      <p:sp>
        <p:nvSpPr>
          <p:cNvPr id="7" name="Google Shape;7;n"/>
          <p:cNvSpPr txBox="1">
            <a:spLocks noGrp="1"/>
          </p:cNvSpPr>
          <p:nvPr>
            <p:ph type="ftr" idx="11"/>
          </p:nvPr>
        </p:nvSpPr>
        <p:spPr>
          <a:xfrm>
            <a:off x="0" y="8685213"/>
            <a:ext cx="2971800" cy="458787"/>
          </a:xfrm>
          <a:prstGeom prst="rect">
            <a:avLst/>
          </a:prstGeom>
          <a:noFill/>
          <a:ln>
            <a:noFill/>
          </a:ln>
        </p:spPr>
        <p:txBody>
          <a:bodyPr spcFirstLastPara="1" wrap="square" lIns="91425" tIns="91425" rIns="91425" bIns="91425" anchor="b" anchorCtr="0">
            <a:noAutofit/>
          </a:bodyPr>
          <a:lstStyle>
            <a:lvl1pPr marR="0" lvl="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8" name="Google Shape;8;n"/>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marR="0" lvl="0" indent="0" algn="r" rtl="0">
              <a:spcBef>
                <a:spcPts val="0"/>
              </a:spcBef>
              <a:spcAft>
                <a:spcPts val="0"/>
              </a:spcAft>
              <a:buNone/>
            </a:pPr>
            <a:fld id="{00000000-1234-1234-1234-123412341234}" type="slidenum">
              <a:rPr lang="en-US" sz="1200" b="0" i="0" u="none" strike="noStrike" cap="none">
                <a:solidFill>
                  <a:schemeClr val="dk1"/>
                </a:solidFill>
                <a:latin typeface="Calibri"/>
                <a:ea typeface="Calibri"/>
                <a:cs typeface="Calibri"/>
                <a:sym typeface="Calibri"/>
              </a:rPr>
              <a:t>‹#›</a:t>
            </a:fld>
            <a:endParaRPr sz="1200" b="0" i="0" u="none" strike="noStrike" cap="none">
              <a:solidFill>
                <a:schemeClr val="dk1"/>
              </a:solidFill>
              <a:latin typeface="Calibri"/>
              <a:ea typeface="Calibri"/>
              <a:cs typeface="Calibri"/>
              <a:sym typeface="Calibri"/>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
        <p:cNvGrpSpPr/>
        <p:nvPr/>
      </p:nvGrpSpPr>
      <p:grpSpPr>
        <a:xfrm>
          <a:off x="0" y="0"/>
          <a:ext cx="0" cy="0"/>
          <a:chOff x="0" y="0"/>
          <a:chExt cx="0" cy="0"/>
        </a:xfrm>
      </p:grpSpPr>
      <p:sp>
        <p:nvSpPr>
          <p:cNvPr id="85" name="Google Shape;85;g60bda0dc20_0_0: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6" name="Google Shape;86;g60bda0dc20_0_0:notes"/>
          <p:cNvSpPr txBox="1">
            <a:spLocks noGrp="1"/>
          </p:cNvSpPr>
          <p:nvPr>
            <p:ph type="body" idx="1"/>
          </p:nvPr>
        </p:nvSpPr>
        <p:spPr>
          <a:xfrm>
            <a:off x="685800" y="4400550"/>
            <a:ext cx="5486400" cy="36006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7" name="Google Shape;87;g60bda0dc20_0_0:notes"/>
          <p:cNvSpPr txBox="1">
            <a:spLocks noGrp="1"/>
          </p:cNvSpPr>
          <p:nvPr>
            <p:ph type="sldNum" idx="12"/>
          </p:nvPr>
        </p:nvSpPr>
        <p:spPr>
          <a:xfrm>
            <a:off x="3884613" y="8685213"/>
            <a:ext cx="2971800" cy="458700"/>
          </a:xfrm>
          <a:prstGeom prst="rect">
            <a:avLst/>
          </a:prstGeom>
        </p:spPr>
        <p:txBody>
          <a:bodyPr spcFirstLastPara="1" wrap="square" lIns="91425" tIns="45700" rIns="91425" bIns="45700" anchor="b" anchorCtr="0">
            <a:noAutofit/>
          </a:bodyPr>
          <a:lstStyle/>
          <a:p>
            <a:pPr marL="0" lvl="0" indent="0" algn="r" rtl="0">
              <a:spcBef>
                <a:spcPts val="0"/>
              </a:spcBef>
              <a:spcAft>
                <a:spcPts val="0"/>
              </a:spcAft>
              <a:buClr>
                <a:srgbClr val="000000"/>
              </a:buClr>
              <a:buFont typeface="Arial"/>
              <a:buNone/>
            </a:pPr>
            <a:fld id="{00000000-1234-1234-1234-123412341234}" type="slidenum">
              <a:rPr lang="en-US"/>
              <a:t>13</a:t>
            </a:fld>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0"/>
        <p:cNvGrpSpPr/>
        <p:nvPr/>
      </p:nvGrpSpPr>
      <p:grpSpPr>
        <a:xfrm>
          <a:off x="0" y="0"/>
          <a:ext cx="0" cy="0"/>
          <a:chOff x="0" y="0"/>
          <a:chExt cx="0" cy="0"/>
        </a:xfrm>
      </p:grpSpPr>
      <p:sp>
        <p:nvSpPr>
          <p:cNvPr id="91" name="Google Shape;91;g60bda0dc20_0_7: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2" name="Google Shape;92;g60bda0dc20_0_7:notes"/>
          <p:cNvSpPr txBox="1">
            <a:spLocks noGrp="1"/>
          </p:cNvSpPr>
          <p:nvPr>
            <p:ph type="body" idx="1"/>
          </p:nvPr>
        </p:nvSpPr>
        <p:spPr>
          <a:xfrm>
            <a:off x="685800" y="4400550"/>
            <a:ext cx="5486400" cy="36006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93" name="Google Shape;93;g60bda0dc20_0_7:notes"/>
          <p:cNvSpPr txBox="1">
            <a:spLocks noGrp="1"/>
          </p:cNvSpPr>
          <p:nvPr>
            <p:ph type="sldNum" idx="12"/>
          </p:nvPr>
        </p:nvSpPr>
        <p:spPr>
          <a:xfrm>
            <a:off x="3884613" y="8685213"/>
            <a:ext cx="2971800" cy="458700"/>
          </a:xfrm>
          <a:prstGeom prst="rect">
            <a:avLst/>
          </a:prstGeom>
        </p:spPr>
        <p:txBody>
          <a:bodyPr spcFirstLastPara="1" wrap="square" lIns="91425" tIns="45700" rIns="91425" bIns="45700" anchor="b" anchorCtr="0">
            <a:noAutofit/>
          </a:bodyPr>
          <a:lstStyle/>
          <a:p>
            <a:pPr marL="0" lvl="0" indent="0" algn="r" rtl="0">
              <a:spcBef>
                <a:spcPts val="0"/>
              </a:spcBef>
              <a:spcAft>
                <a:spcPts val="0"/>
              </a:spcAft>
              <a:buClr>
                <a:srgbClr val="000000"/>
              </a:buClr>
              <a:buFont typeface="Arial"/>
              <a:buNone/>
            </a:pPr>
            <a:fld id="{00000000-1234-1234-1234-123412341234}" type="slidenum">
              <a:rPr lang="en-US"/>
              <a:t>14</a:t>
            </a:fld>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2"/>
        <p:cNvGrpSpPr/>
        <p:nvPr/>
      </p:nvGrpSpPr>
      <p:grpSpPr>
        <a:xfrm>
          <a:off x="0" y="0"/>
          <a:ext cx="0" cy="0"/>
          <a:chOff x="0" y="0"/>
          <a:chExt cx="0" cy="0"/>
        </a:xfrm>
      </p:grpSpPr>
      <p:sp>
        <p:nvSpPr>
          <p:cNvPr id="103" name="Google Shape;103;p3:notes"/>
          <p:cNvSpPr txBox="1">
            <a:spLocks noGrp="1"/>
          </p:cNvSpPr>
          <p:nvPr>
            <p:ph type="body" idx="1"/>
          </p:nvPr>
        </p:nvSpPr>
        <p:spPr>
          <a:xfrm>
            <a:off x="685800" y="4400550"/>
            <a:ext cx="5486400" cy="360045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04" name="Google Shape;104;p3: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0"/>
        <p:cNvGrpSpPr/>
        <p:nvPr/>
      </p:nvGrpSpPr>
      <p:grpSpPr>
        <a:xfrm>
          <a:off x="0" y="0"/>
          <a:ext cx="0" cy="0"/>
          <a:chOff x="0" y="0"/>
          <a:chExt cx="0" cy="0"/>
        </a:xfrm>
      </p:grpSpPr>
      <p:sp>
        <p:nvSpPr>
          <p:cNvPr id="111" name="Google Shape;111;g602e96b36d_0_14:notes"/>
          <p:cNvSpPr txBox="1">
            <a:spLocks noGrp="1"/>
          </p:cNvSpPr>
          <p:nvPr>
            <p:ph type="body" idx="1"/>
          </p:nvPr>
        </p:nvSpPr>
        <p:spPr>
          <a:xfrm>
            <a:off x="685800" y="4400550"/>
            <a:ext cx="5486400" cy="36006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12" name="Google Shape;112;g602e96b36d_0_14: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6"/>
        <p:cNvGrpSpPr/>
        <p:nvPr/>
      </p:nvGrpSpPr>
      <p:grpSpPr>
        <a:xfrm>
          <a:off x="0" y="0"/>
          <a:ext cx="0" cy="0"/>
          <a:chOff x="0" y="0"/>
          <a:chExt cx="0" cy="0"/>
        </a:xfrm>
      </p:grpSpPr>
      <p:sp>
        <p:nvSpPr>
          <p:cNvPr id="117" name="Google Shape;117;g603061e44c_0_0: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8" name="Google Shape;118;g603061e44c_0_0:notes"/>
          <p:cNvSpPr txBox="1">
            <a:spLocks noGrp="1"/>
          </p:cNvSpPr>
          <p:nvPr>
            <p:ph type="body" idx="1"/>
          </p:nvPr>
        </p:nvSpPr>
        <p:spPr>
          <a:xfrm>
            <a:off x="685800" y="4400550"/>
            <a:ext cx="5486400" cy="36006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19" name="Google Shape;119;g603061e44c_0_0:notes"/>
          <p:cNvSpPr txBox="1">
            <a:spLocks noGrp="1"/>
          </p:cNvSpPr>
          <p:nvPr>
            <p:ph type="sldNum" idx="12"/>
          </p:nvPr>
        </p:nvSpPr>
        <p:spPr>
          <a:xfrm>
            <a:off x="3884613" y="8685213"/>
            <a:ext cx="2971800" cy="458700"/>
          </a:xfrm>
          <a:prstGeom prst="rect">
            <a:avLst/>
          </a:prstGeom>
        </p:spPr>
        <p:txBody>
          <a:bodyPr spcFirstLastPara="1" wrap="square" lIns="91425" tIns="45700" rIns="91425" bIns="45700" anchor="b" anchorCtr="0">
            <a:noAutofit/>
          </a:bodyPr>
          <a:lstStyle/>
          <a:p>
            <a:pPr marL="0" lvl="0" indent="0" algn="r" rtl="0">
              <a:spcBef>
                <a:spcPts val="0"/>
              </a:spcBef>
              <a:spcAft>
                <a:spcPts val="0"/>
              </a:spcAft>
              <a:buClr>
                <a:srgbClr val="000000"/>
              </a:buClr>
              <a:buFont typeface="Arial"/>
              <a:buNone/>
            </a:pPr>
            <a:fld id="{00000000-1234-1234-1234-123412341234}" type="slidenum">
              <a:rPr lang="en-US"/>
              <a:t>17</a:t>
            </a:fld>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5"/>
        <p:cNvGrpSpPr/>
        <p:nvPr/>
      </p:nvGrpSpPr>
      <p:grpSpPr>
        <a:xfrm>
          <a:off x="0" y="0"/>
          <a:ext cx="0" cy="0"/>
          <a:chOff x="0" y="0"/>
          <a:chExt cx="0" cy="0"/>
        </a:xfrm>
      </p:grpSpPr>
      <p:sp>
        <p:nvSpPr>
          <p:cNvPr id="126" name="Google Shape;126;g60bda0dc20_0_28: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27" name="Google Shape;127;g60bda0dc20_0_28:notes"/>
          <p:cNvSpPr txBox="1">
            <a:spLocks noGrp="1"/>
          </p:cNvSpPr>
          <p:nvPr>
            <p:ph type="body" idx="1"/>
          </p:nvPr>
        </p:nvSpPr>
        <p:spPr>
          <a:xfrm>
            <a:off x="685800" y="4400550"/>
            <a:ext cx="5486400" cy="36006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28" name="Google Shape;128;g60bda0dc20_0_28:notes"/>
          <p:cNvSpPr txBox="1">
            <a:spLocks noGrp="1"/>
          </p:cNvSpPr>
          <p:nvPr>
            <p:ph type="sldNum" idx="12"/>
          </p:nvPr>
        </p:nvSpPr>
        <p:spPr>
          <a:xfrm>
            <a:off x="3884613" y="8685213"/>
            <a:ext cx="2971800" cy="458700"/>
          </a:xfrm>
          <a:prstGeom prst="rect">
            <a:avLst/>
          </a:prstGeom>
        </p:spPr>
        <p:txBody>
          <a:bodyPr spcFirstLastPara="1" wrap="square" lIns="91425" tIns="45700" rIns="91425" bIns="45700" anchor="b" anchorCtr="0">
            <a:noAutofit/>
          </a:bodyPr>
          <a:lstStyle/>
          <a:p>
            <a:pPr marL="0" lvl="0" indent="0" algn="r" rtl="0">
              <a:spcBef>
                <a:spcPts val="0"/>
              </a:spcBef>
              <a:spcAft>
                <a:spcPts val="0"/>
              </a:spcAft>
              <a:buClr>
                <a:srgbClr val="000000"/>
              </a:buClr>
              <a:buFont typeface="Arial"/>
              <a:buNone/>
            </a:pPr>
            <a:fld id="{00000000-1234-1234-1234-123412341234}" type="slidenum">
              <a:rPr lang="en-US"/>
              <a:t>18</a:t>
            </a:fld>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15"/>
        <p:cNvGrpSpPr/>
        <p:nvPr/>
      </p:nvGrpSpPr>
      <p:grpSpPr>
        <a:xfrm>
          <a:off x="0" y="0"/>
          <a:ext cx="0" cy="0"/>
          <a:chOff x="0" y="0"/>
          <a:chExt cx="0" cy="0"/>
        </a:xfrm>
      </p:grpSpPr>
      <p:sp>
        <p:nvSpPr>
          <p:cNvPr id="16" name="Google Shape;16;p2"/>
          <p:cNvSpPr txBox="1">
            <a:spLocks noGrp="1"/>
          </p:cNvSpPr>
          <p:nvPr>
            <p:ph type="ctrTitle"/>
          </p:nvPr>
        </p:nvSpPr>
        <p:spPr>
          <a:xfrm>
            <a:off x="1524000" y="1122363"/>
            <a:ext cx="9144000" cy="2387600"/>
          </a:xfrm>
          <a:prstGeom prst="rect">
            <a:avLst/>
          </a:prstGeom>
          <a:noFill/>
          <a:ln>
            <a:noFill/>
          </a:ln>
        </p:spPr>
        <p:txBody>
          <a:bodyPr spcFirstLastPara="1" wrap="square" lIns="91425" tIns="91425" rIns="91425" bIns="91425" anchor="b" anchorCtr="0">
            <a:noAutofit/>
          </a:bodyPr>
          <a:lstStyle>
            <a:lvl1pPr marR="0" lvl="0" algn="ctr" rtl="0">
              <a:lnSpc>
                <a:spcPct val="90000"/>
              </a:lnSpc>
              <a:spcBef>
                <a:spcPts val="0"/>
              </a:spcBef>
              <a:spcAft>
                <a:spcPts val="0"/>
              </a:spcAft>
              <a:buClr>
                <a:schemeClr val="dk1"/>
              </a:buClr>
              <a:buSzPts val="6000"/>
              <a:buFont typeface="Calibri"/>
              <a:buNone/>
              <a:defRPr sz="60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17" name="Google Shape;17;p2"/>
          <p:cNvSpPr txBox="1">
            <a:spLocks noGrp="1"/>
          </p:cNvSpPr>
          <p:nvPr>
            <p:ph type="subTitle" idx="1"/>
          </p:nvPr>
        </p:nvSpPr>
        <p:spPr>
          <a:xfrm>
            <a:off x="1524000" y="3602038"/>
            <a:ext cx="9144000" cy="1655762"/>
          </a:xfrm>
          <a:prstGeom prst="rect">
            <a:avLst/>
          </a:prstGeom>
          <a:noFill/>
          <a:ln>
            <a:noFill/>
          </a:ln>
        </p:spPr>
        <p:txBody>
          <a:bodyPr spcFirstLastPara="1" wrap="square" lIns="91425" tIns="91425" rIns="91425" bIns="91425" anchor="t" anchorCtr="0">
            <a:noAutofit/>
          </a:bodyPr>
          <a:lstStyle>
            <a:lvl1pPr marR="0" lvl="0" algn="ctr" rtl="0">
              <a:lnSpc>
                <a:spcPct val="90000"/>
              </a:lnSpc>
              <a:spcBef>
                <a:spcPts val="1000"/>
              </a:spcBef>
              <a:spcAft>
                <a:spcPts val="0"/>
              </a:spcAft>
              <a:buClr>
                <a:schemeClr val="dk1"/>
              </a:buClr>
              <a:buSzPts val="2400"/>
              <a:buFont typeface="Arial"/>
              <a:buNone/>
              <a:defRPr sz="2400" b="0" i="0" u="none" strike="noStrike" cap="none">
                <a:solidFill>
                  <a:schemeClr val="dk1"/>
                </a:solidFill>
                <a:latin typeface="Calibri"/>
                <a:ea typeface="Calibri"/>
                <a:cs typeface="Calibri"/>
                <a:sym typeface="Calibri"/>
              </a:defRPr>
            </a:lvl1pPr>
            <a:lvl2pPr marR="0" lvl="1" algn="ctr" rtl="0">
              <a:lnSpc>
                <a:spcPct val="90000"/>
              </a:lnSpc>
              <a:spcBef>
                <a:spcPts val="500"/>
              </a:spcBef>
              <a:spcAft>
                <a:spcPts val="0"/>
              </a:spcAft>
              <a:buClr>
                <a:schemeClr val="dk1"/>
              </a:buClr>
              <a:buSzPts val="2000"/>
              <a:buFont typeface="Arial"/>
              <a:buNone/>
              <a:defRPr sz="2000" b="0" i="0" u="none" strike="noStrike" cap="none">
                <a:solidFill>
                  <a:schemeClr val="dk1"/>
                </a:solidFill>
                <a:latin typeface="Calibri"/>
                <a:ea typeface="Calibri"/>
                <a:cs typeface="Calibri"/>
                <a:sym typeface="Calibri"/>
              </a:defRPr>
            </a:lvl2pPr>
            <a:lvl3pPr marR="0" lvl="2" algn="ctr" rtl="0">
              <a:lnSpc>
                <a:spcPct val="90000"/>
              </a:lnSpc>
              <a:spcBef>
                <a:spcPts val="500"/>
              </a:spcBef>
              <a:spcAft>
                <a:spcPts val="0"/>
              </a:spcAft>
              <a:buClr>
                <a:schemeClr val="dk1"/>
              </a:buClr>
              <a:buSzPts val="1800"/>
              <a:buFont typeface="Arial"/>
              <a:buNone/>
              <a:defRPr sz="1800" b="0" i="0" u="none" strike="noStrike" cap="none">
                <a:solidFill>
                  <a:schemeClr val="dk1"/>
                </a:solidFill>
                <a:latin typeface="Calibri"/>
                <a:ea typeface="Calibri"/>
                <a:cs typeface="Calibri"/>
                <a:sym typeface="Calibri"/>
              </a:defRPr>
            </a:lvl3pPr>
            <a:lvl4pPr marR="0" lvl="3" algn="ctr" rtl="0">
              <a:lnSpc>
                <a:spcPct val="90000"/>
              </a:lnSpc>
              <a:spcBef>
                <a:spcPts val="500"/>
              </a:spcBef>
              <a:spcAft>
                <a:spcPts val="0"/>
              </a:spcAft>
              <a:buClr>
                <a:schemeClr val="dk1"/>
              </a:buClr>
              <a:buSzPts val="1600"/>
              <a:buFont typeface="Arial"/>
              <a:buNone/>
              <a:defRPr sz="1600" b="0" i="0" u="none" strike="noStrike" cap="none">
                <a:solidFill>
                  <a:schemeClr val="dk1"/>
                </a:solidFill>
                <a:latin typeface="Calibri"/>
                <a:ea typeface="Calibri"/>
                <a:cs typeface="Calibri"/>
                <a:sym typeface="Calibri"/>
              </a:defRPr>
            </a:lvl4pPr>
            <a:lvl5pPr marR="0" lvl="4" algn="ctr" rtl="0">
              <a:lnSpc>
                <a:spcPct val="90000"/>
              </a:lnSpc>
              <a:spcBef>
                <a:spcPts val="500"/>
              </a:spcBef>
              <a:spcAft>
                <a:spcPts val="0"/>
              </a:spcAft>
              <a:buClr>
                <a:schemeClr val="dk1"/>
              </a:buClr>
              <a:buSzPts val="1600"/>
              <a:buFont typeface="Arial"/>
              <a:buNone/>
              <a:defRPr sz="1600" b="0" i="0" u="none" strike="noStrike" cap="none">
                <a:solidFill>
                  <a:schemeClr val="dk1"/>
                </a:solidFill>
                <a:latin typeface="Calibri"/>
                <a:ea typeface="Calibri"/>
                <a:cs typeface="Calibri"/>
                <a:sym typeface="Calibri"/>
              </a:defRPr>
            </a:lvl5pPr>
            <a:lvl6pPr marR="0" lvl="5" algn="ctr" rtl="0">
              <a:lnSpc>
                <a:spcPct val="90000"/>
              </a:lnSpc>
              <a:spcBef>
                <a:spcPts val="500"/>
              </a:spcBef>
              <a:spcAft>
                <a:spcPts val="0"/>
              </a:spcAft>
              <a:buClr>
                <a:schemeClr val="dk1"/>
              </a:buClr>
              <a:buSzPts val="1600"/>
              <a:buFont typeface="Arial"/>
              <a:buNone/>
              <a:defRPr sz="1600" b="0" i="0" u="none" strike="noStrike" cap="none">
                <a:solidFill>
                  <a:schemeClr val="dk1"/>
                </a:solidFill>
                <a:latin typeface="Calibri"/>
                <a:ea typeface="Calibri"/>
                <a:cs typeface="Calibri"/>
                <a:sym typeface="Calibri"/>
              </a:defRPr>
            </a:lvl6pPr>
            <a:lvl7pPr marR="0" lvl="6" algn="ctr" rtl="0">
              <a:lnSpc>
                <a:spcPct val="90000"/>
              </a:lnSpc>
              <a:spcBef>
                <a:spcPts val="500"/>
              </a:spcBef>
              <a:spcAft>
                <a:spcPts val="0"/>
              </a:spcAft>
              <a:buClr>
                <a:schemeClr val="dk1"/>
              </a:buClr>
              <a:buSzPts val="1600"/>
              <a:buFont typeface="Arial"/>
              <a:buNone/>
              <a:defRPr sz="1600" b="0" i="0" u="none" strike="noStrike" cap="none">
                <a:solidFill>
                  <a:schemeClr val="dk1"/>
                </a:solidFill>
                <a:latin typeface="Calibri"/>
                <a:ea typeface="Calibri"/>
                <a:cs typeface="Calibri"/>
                <a:sym typeface="Calibri"/>
              </a:defRPr>
            </a:lvl7pPr>
            <a:lvl8pPr marR="0" lvl="7" algn="ctr" rtl="0">
              <a:lnSpc>
                <a:spcPct val="90000"/>
              </a:lnSpc>
              <a:spcBef>
                <a:spcPts val="500"/>
              </a:spcBef>
              <a:spcAft>
                <a:spcPts val="0"/>
              </a:spcAft>
              <a:buClr>
                <a:schemeClr val="dk1"/>
              </a:buClr>
              <a:buSzPts val="1600"/>
              <a:buFont typeface="Arial"/>
              <a:buNone/>
              <a:defRPr sz="1600" b="0" i="0" u="none" strike="noStrike" cap="none">
                <a:solidFill>
                  <a:schemeClr val="dk1"/>
                </a:solidFill>
                <a:latin typeface="Calibri"/>
                <a:ea typeface="Calibri"/>
                <a:cs typeface="Calibri"/>
                <a:sym typeface="Calibri"/>
              </a:defRPr>
            </a:lvl8pPr>
            <a:lvl9pPr marR="0" lvl="8" algn="ctr" rtl="0">
              <a:lnSpc>
                <a:spcPct val="90000"/>
              </a:lnSpc>
              <a:spcBef>
                <a:spcPts val="500"/>
              </a:spcBef>
              <a:spcAft>
                <a:spcPts val="0"/>
              </a:spcAft>
              <a:buClr>
                <a:schemeClr val="dk1"/>
              </a:buClr>
              <a:buSzPts val="1600"/>
              <a:buFont typeface="Arial"/>
              <a:buNone/>
              <a:defRPr sz="1600" b="0" i="0" u="none" strike="noStrike" cap="none">
                <a:solidFill>
                  <a:schemeClr val="dk1"/>
                </a:solidFill>
                <a:latin typeface="Calibri"/>
                <a:ea typeface="Calibri"/>
                <a:cs typeface="Calibri"/>
                <a:sym typeface="Calibri"/>
              </a:defRPr>
            </a:lvl9pPr>
          </a:lstStyle>
          <a:p>
            <a:endParaRPr/>
          </a:p>
        </p:txBody>
      </p:sp>
      <p:sp>
        <p:nvSpPr>
          <p:cNvPr id="18" name="Google Shape;18;p2"/>
          <p:cNvSpPr txBox="1">
            <a:spLocks noGrp="1"/>
          </p:cNvSpPr>
          <p:nvPr>
            <p:ph type="dt" idx="10"/>
          </p:nvPr>
        </p:nvSpPr>
        <p:spPr>
          <a:xfrm>
            <a:off x="838200" y="6356350"/>
            <a:ext cx="2743200" cy="365125"/>
          </a:xfrm>
          <a:prstGeom prst="rect">
            <a:avLst/>
          </a:prstGeom>
          <a:noFill/>
          <a:ln>
            <a:noFill/>
          </a:ln>
        </p:spPr>
        <p:txBody>
          <a:bodyPr spcFirstLastPara="1" wrap="square" lIns="91425" tIns="91425" rIns="91425" bIns="91425" anchor="ctr" anchorCtr="0">
            <a:noAutofit/>
          </a:bodyPr>
          <a:lstStyle>
            <a:lvl1pPr marR="0" lvl="0" algn="l" rtl="0">
              <a:spcBef>
                <a:spcPts val="0"/>
              </a:spcBef>
              <a:spcAft>
                <a:spcPts val="0"/>
              </a:spcAft>
              <a:buSzPts val="1400"/>
              <a:buNone/>
              <a:defRPr sz="1200" b="0" i="0" u="none" strike="noStrike" cap="none">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19" name="Google Shape;19;p2"/>
          <p:cNvSpPr txBox="1">
            <a:spLocks noGrp="1"/>
          </p:cNvSpPr>
          <p:nvPr>
            <p:ph type="ftr" idx="11"/>
          </p:nvPr>
        </p:nvSpPr>
        <p:spPr>
          <a:xfrm>
            <a:off x="4038600" y="6356350"/>
            <a:ext cx="4114800" cy="365125"/>
          </a:xfrm>
          <a:prstGeom prst="rect">
            <a:avLst/>
          </a:prstGeom>
          <a:noFill/>
          <a:ln>
            <a:noFill/>
          </a:ln>
        </p:spPr>
        <p:txBody>
          <a:bodyPr spcFirstLastPara="1" wrap="square" lIns="91425" tIns="91425" rIns="91425" bIns="91425" anchor="ctr" anchorCtr="0">
            <a:noAutofit/>
          </a:bodyPr>
          <a:lstStyle>
            <a:lvl1pPr marR="0" lvl="0" algn="ctr" rtl="0">
              <a:spcBef>
                <a:spcPts val="0"/>
              </a:spcBef>
              <a:spcAft>
                <a:spcPts val="0"/>
              </a:spcAft>
              <a:buSzPts val="1400"/>
              <a:buNone/>
              <a:defRPr sz="1200" b="0" i="0" u="none" strike="noStrike" cap="none">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20" name="Google Shape;20;p2"/>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b="0" i="0" u="none" strike="noStrike" cap="none">
                <a:solidFill>
                  <a:srgbClr val="888888"/>
                </a:solidFill>
                <a:latin typeface="Calibri"/>
                <a:ea typeface="Calibri"/>
                <a:cs typeface="Calibri"/>
                <a:sym typeface="Calibri"/>
              </a:defRPr>
            </a:lvl1pPr>
            <a:lvl2pPr marL="0" marR="0" lvl="1" indent="0" algn="r" rtl="0">
              <a:spcBef>
                <a:spcPts val="0"/>
              </a:spcBef>
              <a:buNone/>
              <a:defRPr sz="1200" b="0" i="0" u="none" strike="noStrike" cap="none">
                <a:solidFill>
                  <a:srgbClr val="888888"/>
                </a:solidFill>
                <a:latin typeface="Calibri"/>
                <a:ea typeface="Calibri"/>
                <a:cs typeface="Calibri"/>
                <a:sym typeface="Calibri"/>
              </a:defRPr>
            </a:lvl2pPr>
            <a:lvl3pPr marL="0" marR="0" lvl="2" indent="0" algn="r" rtl="0">
              <a:spcBef>
                <a:spcPts val="0"/>
              </a:spcBef>
              <a:buNone/>
              <a:defRPr sz="1200" b="0" i="0" u="none" strike="noStrike" cap="none">
                <a:solidFill>
                  <a:srgbClr val="888888"/>
                </a:solidFill>
                <a:latin typeface="Calibri"/>
                <a:ea typeface="Calibri"/>
                <a:cs typeface="Calibri"/>
                <a:sym typeface="Calibri"/>
              </a:defRPr>
            </a:lvl3pPr>
            <a:lvl4pPr marL="0" marR="0" lvl="3" indent="0" algn="r" rtl="0">
              <a:spcBef>
                <a:spcPts val="0"/>
              </a:spcBef>
              <a:buNone/>
              <a:defRPr sz="1200" b="0" i="0" u="none" strike="noStrike" cap="none">
                <a:solidFill>
                  <a:srgbClr val="888888"/>
                </a:solidFill>
                <a:latin typeface="Calibri"/>
                <a:ea typeface="Calibri"/>
                <a:cs typeface="Calibri"/>
                <a:sym typeface="Calibri"/>
              </a:defRPr>
            </a:lvl4pPr>
            <a:lvl5pPr marL="0" marR="0" lvl="4" indent="0" algn="r" rtl="0">
              <a:spcBef>
                <a:spcPts val="0"/>
              </a:spcBef>
              <a:buNone/>
              <a:defRPr sz="1200" b="0" i="0" u="none" strike="noStrike" cap="none">
                <a:solidFill>
                  <a:srgbClr val="888888"/>
                </a:solidFill>
                <a:latin typeface="Calibri"/>
                <a:ea typeface="Calibri"/>
                <a:cs typeface="Calibri"/>
                <a:sym typeface="Calibri"/>
              </a:defRPr>
            </a:lvl5pPr>
            <a:lvl6pPr marL="0" marR="0" lvl="5" indent="0" algn="r" rtl="0">
              <a:spcBef>
                <a:spcPts val="0"/>
              </a:spcBef>
              <a:buNone/>
              <a:defRPr sz="1200" b="0" i="0" u="none" strike="noStrike" cap="none">
                <a:solidFill>
                  <a:srgbClr val="888888"/>
                </a:solidFill>
                <a:latin typeface="Calibri"/>
                <a:ea typeface="Calibri"/>
                <a:cs typeface="Calibri"/>
                <a:sym typeface="Calibri"/>
              </a:defRPr>
            </a:lvl6pPr>
            <a:lvl7pPr marL="0" marR="0" lvl="6" indent="0" algn="r" rtl="0">
              <a:spcBef>
                <a:spcPts val="0"/>
              </a:spcBef>
              <a:buNone/>
              <a:defRPr sz="1200" b="0" i="0" u="none" strike="noStrike" cap="none">
                <a:solidFill>
                  <a:srgbClr val="888888"/>
                </a:solidFill>
                <a:latin typeface="Calibri"/>
                <a:ea typeface="Calibri"/>
                <a:cs typeface="Calibri"/>
                <a:sym typeface="Calibri"/>
              </a:defRPr>
            </a:lvl7pPr>
            <a:lvl8pPr marL="0" marR="0" lvl="7" indent="0" algn="r" rtl="0">
              <a:spcBef>
                <a:spcPts val="0"/>
              </a:spcBef>
              <a:buNone/>
              <a:defRPr sz="1200" b="0" i="0" u="none" strike="noStrike" cap="none">
                <a:solidFill>
                  <a:srgbClr val="888888"/>
                </a:solidFill>
                <a:latin typeface="Calibri"/>
                <a:ea typeface="Calibri"/>
                <a:cs typeface="Calibri"/>
                <a:sym typeface="Calibri"/>
              </a:defRPr>
            </a:lvl8pPr>
            <a:lvl9pPr marL="0" marR="0" lvl="8" indent="0" algn="r" rtl="0">
              <a:spcBef>
                <a:spcPts val="0"/>
              </a:spcBef>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Title and Content" type="obj">
  <p:cSld name="OBJECT">
    <p:spTree>
      <p:nvGrpSpPr>
        <p:cNvPr id="1" name="Shape 21"/>
        <p:cNvGrpSpPr/>
        <p:nvPr/>
      </p:nvGrpSpPr>
      <p:grpSpPr>
        <a:xfrm>
          <a:off x="0" y="0"/>
          <a:ext cx="0" cy="0"/>
          <a:chOff x="0" y="0"/>
          <a:chExt cx="0" cy="0"/>
        </a:xfrm>
      </p:grpSpPr>
      <p:sp>
        <p:nvSpPr>
          <p:cNvPr id="22" name="Google Shape;22;p3"/>
          <p:cNvSpPr txBox="1">
            <a:spLocks noGrp="1"/>
          </p:cNvSpPr>
          <p:nvPr>
            <p:ph type="title"/>
          </p:nvPr>
        </p:nvSpPr>
        <p:spPr>
          <a:xfrm>
            <a:off x="838200" y="365125"/>
            <a:ext cx="10515600" cy="1325563"/>
          </a:xfrm>
          <a:prstGeom prst="rect">
            <a:avLst/>
          </a:prstGeom>
          <a:noFill/>
          <a:ln>
            <a:noFill/>
          </a:ln>
        </p:spPr>
        <p:txBody>
          <a:bodyPr spcFirstLastPara="1" wrap="square" lIns="91425" tIns="91425" rIns="91425" bIns="91425" anchor="ctr" anchorCtr="0">
            <a:noAutofit/>
          </a:bodyPr>
          <a:lstStyle>
            <a:lvl1pPr marR="0" lvl="0" algn="l" rtl="0">
              <a:lnSpc>
                <a:spcPct val="90000"/>
              </a:lnSpc>
              <a:spcBef>
                <a:spcPts val="0"/>
              </a:spcBef>
              <a:spcAft>
                <a:spcPts val="0"/>
              </a:spcAft>
              <a:buClr>
                <a:schemeClr val="dk1"/>
              </a:buClr>
              <a:buSzPts val="4400"/>
              <a:buFont typeface="Calibri"/>
              <a:buNone/>
              <a:defRPr sz="44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23" name="Google Shape;23;p3"/>
          <p:cNvSpPr txBox="1">
            <a:spLocks noGrp="1"/>
          </p:cNvSpPr>
          <p:nvPr>
            <p:ph type="body" idx="1"/>
          </p:nvPr>
        </p:nvSpPr>
        <p:spPr>
          <a:xfrm>
            <a:off x="838200" y="1825625"/>
            <a:ext cx="10515600" cy="4351338"/>
          </a:xfrm>
          <a:prstGeom prst="rect">
            <a:avLst/>
          </a:prstGeom>
          <a:noFill/>
          <a:ln>
            <a:noFill/>
          </a:ln>
        </p:spPr>
        <p:txBody>
          <a:bodyPr spcFirstLastPara="1" wrap="square" lIns="91425" tIns="91425" rIns="91425" bIns="91425" anchor="t" anchorCtr="0">
            <a:noAutofit/>
          </a:bodyPr>
          <a:lstStyle>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24" name="Google Shape;24;p3"/>
          <p:cNvSpPr txBox="1">
            <a:spLocks noGrp="1"/>
          </p:cNvSpPr>
          <p:nvPr>
            <p:ph type="dt" idx="10"/>
          </p:nvPr>
        </p:nvSpPr>
        <p:spPr>
          <a:xfrm>
            <a:off x="838200" y="6356350"/>
            <a:ext cx="2743200" cy="365125"/>
          </a:xfrm>
          <a:prstGeom prst="rect">
            <a:avLst/>
          </a:prstGeom>
          <a:noFill/>
          <a:ln>
            <a:noFill/>
          </a:ln>
        </p:spPr>
        <p:txBody>
          <a:bodyPr spcFirstLastPara="1" wrap="square" lIns="91425" tIns="91425" rIns="91425" bIns="91425" anchor="ctr" anchorCtr="0">
            <a:noAutofit/>
          </a:bodyPr>
          <a:lstStyle>
            <a:lvl1pPr marR="0" lvl="0" algn="l"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25" name="Google Shape;25;p3"/>
          <p:cNvSpPr txBox="1">
            <a:spLocks noGrp="1"/>
          </p:cNvSpPr>
          <p:nvPr>
            <p:ph type="ftr" idx="11"/>
          </p:nvPr>
        </p:nvSpPr>
        <p:spPr>
          <a:xfrm>
            <a:off x="4038600" y="6356350"/>
            <a:ext cx="4114800" cy="365125"/>
          </a:xfrm>
          <a:prstGeom prst="rect">
            <a:avLst/>
          </a:prstGeom>
          <a:noFill/>
          <a:ln>
            <a:noFill/>
          </a:ln>
        </p:spPr>
        <p:txBody>
          <a:bodyPr spcFirstLastPara="1" wrap="square" lIns="91425" tIns="91425" rIns="91425" bIns="91425" anchor="ctr" anchorCtr="0">
            <a:noAutofit/>
          </a:bodyPr>
          <a:lstStyle>
            <a:lvl1pPr marR="0" lvl="0" algn="ctr"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26" name="Google Shape;26;p3"/>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a:solidFill>
                  <a:srgbClr val="888888"/>
                </a:solidFill>
                <a:latin typeface="Calibri"/>
                <a:ea typeface="Calibri"/>
                <a:cs typeface="Calibri"/>
                <a:sym typeface="Calibri"/>
              </a:defRPr>
            </a:lvl1pPr>
            <a:lvl2pPr marL="0" marR="0" lvl="1" indent="0" algn="r" rtl="0">
              <a:spcBef>
                <a:spcPts val="0"/>
              </a:spcBef>
              <a:buNone/>
              <a:defRPr sz="1200">
                <a:solidFill>
                  <a:srgbClr val="888888"/>
                </a:solidFill>
                <a:latin typeface="Calibri"/>
                <a:ea typeface="Calibri"/>
                <a:cs typeface="Calibri"/>
                <a:sym typeface="Calibri"/>
              </a:defRPr>
            </a:lvl2pPr>
            <a:lvl3pPr marL="0" marR="0" lvl="2" indent="0" algn="r" rtl="0">
              <a:spcBef>
                <a:spcPts val="0"/>
              </a:spcBef>
              <a:buNone/>
              <a:defRPr sz="1200">
                <a:solidFill>
                  <a:srgbClr val="888888"/>
                </a:solidFill>
                <a:latin typeface="Calibri"/>
                <a:ea typeface="Calibri"/>
                <a:cs typeface="Calibri"/>
                <a:sym typeface="Calibri"/>
              </a:defRPr>
            </a:lvl3pPr>
            <a:lvl4pPr marL="0" marR="0" lvl="3" indent="0" algn="r" rtl="0">
              <a:spcBef>
                <a:spcPts val="0"/>
              </a:spcBef>
              <a:buNone/>
              <a:defRPr sz="1200">
                <a:solidFill>
                  <a:srgbClr val="888888"/>
                </a:solidFill>
                <a:latin typeface="Calibri"/>
                <a:ea typeface="Calibri"/>
                <a:cs typeface="Calibri"/>
                <a:sym typeface="Calibri"/>
              </a:defRPr>
            </a:lvl4pPr>
            <a:lvl5pPr marL="0" marR="0" lvl="4" indent="0" algn="r" rtl="0">
              <a:spcBef>
                <a:spcPts val="0"/>
              </a:spcBef>
              <a:buNone/>
              <a:defRPr sz="1200">
                <a:solidFill>
                  <a:srgbClr val="888888"/>
                </a:solidFill>
                <a:latin typeface="Calibri"/>
                <a:ea typeface="Calibri"/>
                <a:cs typeface="Calibri"/>
                <a:sym typeface="Calibri"/>
              </a:defRPr>
            </a:lvl5pPr>
            <a:lvl6pPr marL="0" marR="0" lvl="5" indent="0" algn="r" rtl="0">
              <a:spcBef>
                <a:spcPts val="0"/>
              </a:spcBef>
              <a:buNone/>
              <a:defRPr sz="1200">
                <a:solidFill>
                  <a:srgbClr val="888888"/>
                </a:solidFill>
                <a:latin typeface="Calibri"/>
                <a:ea typeface="Calibri"/>
                <a:cs typeface="Calibri"/>
                <a:sym typeface="Calibri"/>
              </a:defRPr>
            </a:lvl6pPr>
            <a:lvl7pPr marL="0" marR="0" lvl="6" indent="0" algn="r" rtl="0">
              <a:spcBef>
                <a:spcPts val="0"/>
              </a:spcBef>
              <a:buNone/>
              <a:defRPr sz="1200">
                <a:solidFill>
                  <a:srgbClr val="888888"/>
                </a:solidFill>
                <a:latin typeface="Calibri"/>
                <a:ea typeface="Calibri"/>
                <a:cs typeface="Calibri"/>
                <a:sym typeface="Calibri"/>
              </a:defRPr>
            </a:lvl7pPr>
            <a:lvl8pPr marL="0" marR="0" lvl="7" indent="0" algn="r" rtl="0">
              <a:spcBef>
                <a:spcPts val="0"/>
              </a:spcBef>
              <a:buNone/>
              <a:defRPr sz="1200">
                <a:solidFill>
                  <a:srgbClr val="888888"/>
                </a:solidFill>
                <a:latin typeface="Calibri"/>
                <a:ea typeface="Calibri"/>
                <a:cs typeface="Calibri"/>
                <a:sym typeface="Calibri"/>
              </a:defRPr>
            </a:lvl8pPr>
            <a:lvl9pPr marL="0" marR="0" lvl="8" indent="0" algn="r" rtl="0">
              <a:spcBef>
                <a:spcPts val="0"/>
              </a:spcBef>
              <a:buNone/>
              <a:defRPr sz="1200">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wo Content" type="twoObj">
  <p:cSld name="TWO_OBJECTS">
    <p:spTree>
      <p:nvGrpSpPr>
        <p:cNvPr id="1" name="Shape 27"/>
        <p:cNvGrpSpPr/>
        <p:nvPr/>
      </p:nvGrpSpPr>
      <p:grpSpPr>
        <a:xfrm>
          <a:off x="0" y="0"/>
          <a:ext cx="0" cy="0"/>
          <a:chOff x="0" y="0"/>
          <a:chExt cx="0" cy="0"/>
        </a:xfrm>
      </p:grpSpPr>
      <p:sp>
        <p:nvSpPr>
          <p:cNvPr id="28" name="Google Shape;28;p4"/>
          <p:cNvSpPr txBox="1">
            <a:spLocks noGrp="1"/>
          </p:cNvSpPr>
          <p:nvPr>
            <p:ph type="title"/>
          </p:nvPr>
        </p:nvSpPr>
        <p:spPr>
          <a:xfrm>
            <a:off x="838200" y="365125"/>
            <a:ext cx="10515600" cy="1325563"/>
          </a:xfrm>
          <a:prstGeom prst="rect">
            <a:avLst/>
          </a:prstGeom>
          <a:noFill/>
          <a:ln>
            <a:noFill/>
          </a:ln>
        </p:spPr>
        <p:txBody>
          <a:bodyPr spcFirstLastPara="1" wrap="square" lIns="91425" tIns="91425" rIns="91425" bIns="91425" anchor="ctr" anchorCtr="0">
            <a:noAutofit/>
          </a:bodyPr>
          <a:lstStyle>
            <a:lvl1pPr marR="0" lvl="0" algn="l" rtl="0">
              <a:lnSpc>
                <a:spcPct val="90000"/>
              </a:lnSpc>
              <a:spcBef>
                <a:spcPts val="0"/>
              </a:spcBef>
              <a:spcAft>
                <a:spcPts val="0"/>
              </a:spcAft>
              <a:buClr>
                <a:schemeClr val="dk1"/>
              </a:buClr>
              <a:buSzPts val="4400"/>
              <a:buFont typeface="Calibri"/>
              <a:buNone/>
              <a:defRPr sz="44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29" name="Google Shape;29;p4"/>
          <p:cNvSpPr txBox="1">
            <a:spLocks noGrp="1"/>
          </p:cNvSpPr>
          <p:nvPr>
            <p:ph type="body" idx="1"/>
          </p:nvPr>
        </p:nvSpPr>
        <p:spPr>
          <a:xfrm>
            <a:off x="838200" y="1825625"/>
            <a:ext cx="5181600" cy="4351338"/>
          </a:xfrm>
          <a:prstGeom prst="rect">
            <a:avLst/>
          </a:prstGeom>
          <a:noFill/>
          <a:ln>
            <a:noFill/>
          </a:ln>
        </p:spPr>
        <p:txBody>
          <a:bodyPr spcFirstLastPara="1" wrap="square" lIns="91425" tIns="91425" rIns="91425" bIns="91425" anchor="t" anchorCtr="0">
            <a:noAutofit/>
          </a:bodyPr>
          <a:lstStyle>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30" name="Google Shape;30;p4"/>
          <p:cNvSpPr txBox="1">
            <a:spLocks noGrp="1"/>
          </p:cNvSpPr>
          <p:nvPr>
            <p:ph type="body" idx="2"/>
          </p:nvPr>
        </p:nvSpPr>
        <p:spPr>
          <a:xfrm>
            <a:off x="6172200" y="1825625"/>
            <a:ext cx="5181600" cy="4351338"/>
          </a:xfrm>
          <a:prstGeom prst="rect">
            <a:avLst/>
          </a:prstGeom>
          <a:noFill/>
          <a:ln>
            <a:noFill/>
          </a:ln>
        </p:spPr>
        <p:txBody>
          <a:bodyPr spcFirstLastPara="1" wrap="square" lIns="91425" tIns="91425" rIns="91425" bIns="91425" anchor="t" anchorCtr="0">
            <a:noAutofit/>
          </a:bodyPr>
          <a:lstStyle>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31" name="Google Shape;31;p4"/>
          <p:cNvSpPr txBox="1">
            <a:spLocks noGrp="1"/>
          </p:cNvSpPr>
          <p:nvPr>
            <p:ph type="dt" idx="10"/>
          </p:nvPr>
        </p:nvSpPr>
        <p:spPr>
          <a:xfrm>
            <a:off x="838200" y="6356350"/>
            <a:ext cx="2743200" cy="365125"/>
          </a:xfrm>
          <a:prstGeom prst="rect">
            <a:avLst/>
          </a:prstGeom>
          <a:noFill/>
          <a:ln>
            <a:noFill/>
          </a:ln>
        </p:spPr>
        <p:txBody>
          <a:bodyPr spcFirstLastPara="1" wrap="square" lIns="91425" tIns="91425" rIns="91425" bIns="91425" anchor="ctr" anchorCtr="0">
            <a:noAutofit/>
          </a:bodyPr>
          <a:lstStyle>
            <a:lvl1pPr marR="0" lvl="0" algn="l"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32" name="Google Shape;32;p4"/>
          <p:cNvSpPr txBox="1">
            <a:spLocks noGrp="1"/>
          </p:cNvSpPr>
          <p:nvPr>
            <p:ph type="ftr" idx="11"/>
          </p:nvPr>
        </p:nvSpPr>
        <p:spPr>
          <a:xfrm>
            <a:off x="4038600" y="6356350"/>
            <a:ext cx="4114800" cy="365125"/>
          </a:xfrm>
          <a:prstGeom prst="rect">
            <a:avLst/>
          </a:prstGeom>
          <a:noFill/>
          <a:ln>
            <a:noFill/>
          </a:ln>
        </p:spPr>
        <p:txBody>
          <a:bodyPr spcFirstLastPara="1" wrap="square" lIns="91425" tIns="91425" rIns="91425" bIns="91425" anchor="ctr" anchorCtr="0">
            <a:noAutofit/>
          </a:bodyPr>
          <a:lstStyle>
            <a:lvl1pPr marR="0" lvl="0" algn="ctr"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33" name="Google Shape;33;p4"/>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a:solidFill>
                  <a:srgbClr val="888888"/>
                </a:solidFill>
                <a:latin typeface="Calibri"/>
                <a:ea typeface="Calibri"/>
                <a:cs typeface="Calibri"/>
                <a:sym typeface="Calibri"/>
              </a:defRPr>
            </a:lvl1pPr>
            <a:lvl2pPr marL="0" marR="0" lvl="1" indent="0" algn="r" rtl="0">
              <a:spcBef>
                <a:spcPts val="0"/>
              </a:spcBef>
              <a:buNone/>
              <a:defRPr sz="1200">
                <a:solidFill>
                  <a:srgbClr val="888888"/>
                </a:solidFill>
                <a:latin typeface="Calibri"/>
                <a:ea typeface="Calibri"/>
                <a:cs typeface="Calibri"/>
                <a:sym typeface="Calibri"/>
              </a:defRPr>
            </a:lvl2pPr>
            <a:lvl3pPr marL="0" marR="0" lvl="2" indent="0" algn="r" rtl="0">
              <a:spcBef>
                <a:spcPts val="0"/>
              </a:spcBef>
              <a:buNone/>
              <a:defRPr sz="1200">
                <a:solidFill>
                  <a:srgbClr val="888888"/>
                </a:solidFill>
                <a:latin typeface="Calibri"/>
                <a:ea typeface="Calibri"/>
                <a:cs typeface="Calibri"/>
                <a:sym typeface="Calibri"/>
              </a:defRPr>
            </a:lvl3pPr>
            <a:lvl4pPr marL="0" marR="0" lvl="3" indent="0" algn="r" rtl="0">
              <a:spcBef>
                <a:spcPts val="0"/>
              </a:spcBef>
              <a:buNone/>
              <a:defRPr sz="1200">
                <a:solidFill>
                  <a:srgbClr val="888888"/>
                </a:solidFill>
                <a:latin typeface="Calibri"/>
                <a:ea typeface="Calibri"/>
                <a:cs typeface="Calibri"/>
                <a:sym typeface="Calibri"/>
              </a:defRPr>
            </a:lvl4pPr>
            <a:lvl5pPr marL="0" marR="0" lvl="4" indent="0" algn="r" rtl="0">
              <a:spcBef>
                <a:spcPts val="0"/>
              </a:spcBef>
              <a:buNone/>
              <a:defRPr sz="1200">
                <a:solidFill>
                  <a:srgbClr val="888888"/>
                </a:solidFill>
                <a:latin typeface="Calibri"/>
                <a:ea typeface="Calibri"/>
                <a:cs typeface="Calibri"/>
                <a:sym typeface="Calibri"/>
              </a:defRPr>
            </a:lvl5pPr>
            <a:lvl6pPr marL="0" marR="0" lvl="5" indent="0" algn="r" rtl="0">
              <a:spcBef>
                <a:spcPts val="0"/>
              </a:spcBef>
              <a:buNone/>
              <a:defRPr sz="1200">
                <a:solidFill>
                  <a:srgbClr val="888888"/>
                </a:solidFill>
                <a:latin typeface="Calibri"/>
                <a:ea typeface="Calibri"/>
                <a:cs typeface="Calibri"/>
                <a:sym typeface="Calibri"/>
              </a:defRPr>
            </a:lvl6pPr>
            <a:lvl7pPr marL="0" marR="0" lvl="6" indent="0" algn="r" rtl="0">
              <a:spcBef>
                <a:spcPts val="0"/>
              </a:spcBef>
              <a:buNone/>
              <a:defRPr sz="1200">
                <a:solidFill>
                  <a:srgbClr val="888888"/>
                </a:solidFill>
                <a:latin typeface="Calibri"/>
                <a:ea typeface="Calibri"/>
                <a:cs typeface="Calibri"/>
                <a:sym typeface="Calibri"/>
              </a:defRPr>
            </a:lvl7pPr>
            <a:lvl8pPr marL="0" marR="0" lvl="7" indent="0" algn="r" rtl="0">
              <a:spcBef>
                <a:spcPts val="0"/>
              </a:spcBef>
              <a:buNone/>
              <a:defRPr sz="1200">
                <a:solidFill>
                  <a:srgbClr val="888888"/>
                </a:solidFill>
                <a:latin typeface="Calibri"/>
                <a:ea typeface="Calibri"/>
                <a:cs typeface="Calibri"/>
                <a:sym typeface="Calibri"/>
              </a:defRPr>
            </a:lvl8pPr>
            <a:lvl9pPr marL="0" marR="0" lvl="8" indent="0" algn="r" rtl="0">
              <a:spcBef>
                <a:spcPts val="0"/>
              </a:spcBef>
              <a:buNone/>
              <a:defRPr sz="1200">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34"/>
        <p:cNvGrpSpPr/>
        <p:nvPr/>
      </p:nvGrpSpPr>
      <p:grpSpPr>
        <a:xfrm>
          <a:off x="0" y="0"/>
          <a:ext cx="0" cy="0"/>
          <a:chOff x="0" y="0"/>
          <a:chExt cx="0" cy="0"/>
        </a:xfrm>
      </p:grpSpPr>
      <p:sp>
        <p:nvSpPr>
          <p:cNvPr id="35" name="Google Shape;35;p5"/>
          <p:cNvSpPr txBox="1">
            <a:spLocks noGrp="1"/>
          </p:cNvSpPr>
          <p:nvPr>
            <p:ph type="title"/>
          </p:nvPr>
        </p:nvSpPr>
        <p:spPr>
          <a:xfrm>
            <a:off x="831850" y="1709738"/>
            <a:ext cx="10515600" cy="2852737"/>
          </a:xfrm>
          <a:prstGeom prst="rect">
            <a:avLst/>
          </a:prstGeom>
          <a:noFill/>
          <a:ln>
            <a:noFill/>
          </a:ln>
        </p:spPr>
        <p:txBody>
          <a:bodyPr spcFirstLastPara="1" wrap="square" lIns="91425" tIns="91425" rIns="91425" bIns="91425" anchor="b" anchorCtr="0">
            <a:noAutofit/>
          </a:bodyPr>
          <a:lstStyle>
            <a:lvl1pPr marR="0" lvl="0" algn="l" rtl="0">
              <a:lnSpc>
                <a:spcPct val="90000"/>
              </a:lnSpc>
              <a:spcBef>
                <a:spcPts val="0"/>
              </a:spcBef>
              <a:spcAft>
                <a:spcPts val="0"/>
              </a:spcAft>
              <a:buClr>
                <a:schemeClr val="dk1"/>
              </a:buClr>
              <a:buSzPts val="6000"/>
              <a:buFont typeface="Calibri"/>
              <a:buNone/>
              <a:defRPr sz="60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36" name="Google Shape;36;p5"/>
          <p:cNvSpPr txBox="1">
            <a:spLocks noGrp="1"/>
          </p:cNvSpPr>
          <p:nvPr>
            <p:ph type="body" idx="1"/>
          </p:nvPr>
        </p:nvSpPr>
        <p:spPr>
          <a:xfrm>
            <a:off x="831850" y="4589463"/>
            <a:ext cx="10515600" cy="1500187"/>
          </a:xfrm>
          <a:prstGeom prst="rect">
            <a:avLst/>
          </a:prstGeom>
          <a:noFill/>
          <a:ln>
            <a:noFill/>
          </a:ln>
        </p:spPr>
        <p:txBody>
          <a:bodyPr spcFirstLastPara="1" wrap="square" lIns="91425" tIns="91425" rIns="91425" bIns="91425" anchor="t" anchorCtr="0">
            <a:noAutofit/>
          </a:bodyPr>
          <a:lstStyle>
            <a:lvl1pPr marL="457200" marR="0" lvl="0" indent="-228600" algn="l" rtl="0">
              <a:lnSpc>
                <a:spcPct val="90000"/>
              </a:lnSpc>
              <a:spcBef>
                <a:spcPts val="1000"/>
              </a:spcBef>
              <a:spcAft>
                <a:spcPts val="0"/>
              </a:spcAft>
              <a:buClr>
                <a:srgbClr val="888888"/>
              </a:buClr>
              <a:buSzPts val="2400"/>
              <a:buFont typeface="Arial"/>
              <a:buNone/>
              <a:defRPr sz="2400" b="0" i="0" u="none" strike="noStrike" cap="none">
                <a:solidFill>
                  <a:srgbClr val="888888"/>
                </a:solidFill>
                <a:latin typeface="Calibri"/>
                <a:ea typeface="Calibri"/>
                <a:cs typeface="Calibri"/>
                <a:sym typeface="Calibri"/>
              </a:defRPr>
            </a:lvl1pPr>
            <a:lvl2pPr marL="914400" marR="0" lvl="1" indent="-228600" algn="l" rtl="0">
              <a:lnSpc>
                <a:spcPct val="90000"/>
              </a:lnSpc>
              <a:spcBef>
                <a:spcPts val="500"/>
              </a:spcBef>
              <a:spcAft>
                <a:spcPts val="0"/>
              </a:spcAft>
              <a:buClr>
                <a:srgbClr val="888888"/>
              </a:buClr>
              <a:buSzPts val="2000"/>
              <a:buFont typeface="Arial"/>
              <a:buNone/>
              <a:defRPr sz="2000" b="0" i="0" u="none" strike="noStrike" cap="none">
                <a:solidFill>
                  <a:srgbClr val="888888"/>
                </a:solidFill>
                <a:latin typeface="Calibri"/>
                <a:ea typeface="Calibri"/>
                <a:cs typeface="Calibri"/>
                <a:sym typeface="Calibri"/>
              </a:defRPr>
            </a:lvl2pPr>
            <a:lvl3pPr marL="1371600" marR="0" lvl="2" indent="-228600" algn="l" rtl="0">
              <a:lnSpc>
                <a:spcPct val="90000"/>
              </a:lnSpc>
              <a:spcBef>
                <a:spcPts val="500"/>
              </a:spcBef>
              <a:spcAft>
                <a:spcPts val="0"/>
              </a:spcAft>
              <a:buClr>
                <a:srgbClr val="888888"/>
              </a:buClr>
              <a:buSzPts val="1800"/>
              <a:buFont typeface="Arial"/>
              <a:buNone/>
              <a:defRPr sz="1800" b="0" i="0" u="none" strike="noStrike" cap="none">
                <a:solidFill>
                  <a:srgbClr val="888888"/>
                </a:solidFill>
                <a:latin typeface="Calibri"/>
                <a:ea typeface="Calibri"/>
                <a:cs typeface="Calibri"/>
                <a:sym typeface="Calibri"/>
              </a:defRPr>
            </a:lvl3pPr>
            <a:lvl4pPr marL="1828800" marR="0" lvl="3" indent="-228600" algn="l" rtl="0">
              <a:lnSpc>
                <a:spcPct val="90000"/>
              </a:lnSpc>
              <a:spcBef>
                <a:spcPts val="500"/>
              </a:spcBef>
              <a:spcAft>
                <a:spcPts val="0"/>
              </a:spcAft>
              <a:buClr>
                <a:srgbClr val="888888"/>
              </a:buClr>
              <a:buSzPts val="1600"/>
              <a:buFont typeface="Arial"/>
              <a:buNone/>
              <a:defRPr sz="1600" b="0" i="0" u="none" strike="noStrike" cap="none">
                <a:solidFill>
                  <a:srgbClr val="888888"/>
                </a:solidFill>
                <a:latin typeface="Calibri"/>
                <a:ea typeface="Calibri"/>
                <a:cs typeface="Calibri"/>
                <a:sym typeface="Calibri"/>
              </a:defRPr>
            </a:lvl4pPr>
            <a:lvl5pPr marL="2286000" marR="0" lvl="4" indent="-228600" algn="l" rtl="0">
              <a:lnSpc>
                <a:spcPct val="90000"/>
              </a:lnSpc>
              <a:spcBef>
                <a:spcPts val="500"/>
              </a:spcBef>
              <a:spcAft>
                <a:spcPts val="0"/>
              </a:spcAft>
              <a:buClr>
                <a:srgbClr val="888888"/>
              </a:buClr>
              <a:buSzPts val="1600"/>
              <a:buFont typeface="Arial"/>
              <a:buNone/>
              <a:defRPr sz="1600" b="0" i="0" u="none" strike="noStrike" cap="none">
                <a:solidFill>
                  <a:srgbClr val="888888"/>
                </a:solidFill>
                <a:latin typeface="Calibri"/>
                <a:ea typeface="Calibri"/>
                <a:cs typeface="Calibri"/>
                <a:sym typeface="Calibri"/>
              </a:defRPr>
            </a:lvl5pPr>
            <a:lvl6pPr marL="2743200" marR="0" lvl="5" indent="-228600" algn="l" rtl="0">
              <a:lnSpc>
                <a:spcPct val="90000"/>
              </a:lnSpc>
              <a:spcBef>
                <a:spcPts val="500"/>
              </a:spcBef>
              <a:spcAft>
                <a:spcPts val="0"/>
              </a:spcAft>
              <a:buClr>
                <a:srgbClr val="888888"/>
              </a:buClr>
              <a:buSzPts val="1600"/>
              <a:buFont typeface="Arial"/>
              <a:buNone/>
              <a:defRPr sz="1600" b="0" i="0" u="none" strike="noStrike" cap="none">
                <a:solidFill>
                  <a:srgbClr val="888888"/>
                </a:solidFill>
                <a:latin typeface="Calibri"/>
                <a:ea typeface="Calibri"/>
                <a:cs typeface="Calibri"/>
                <a:sym typeface="Calibri"/>
              </a:defRPr>
            </a:lvl6pPr>
            <a:lvl7pPr marL="3200400" marR="0" lvl="6" indent="-228600" algn="l" rtl="0">
              <a:lnSpc>
                <a:spcPct val="90000"/>
              </a:lnSpc>
              <a:spcBef>
                <a:spcPts val="500"/>
              </a:spcBef>
              <a:spcAft>
                <a:spcPts val="0"/>
              </a:spcAft>
              <a:buClr>
                <a:srgbClr val="888888"/>
              </a:buClr>
              <a:buSzPts val="1600"/>
              <a:buFont typeface="Arial"/>
              <a:buNone/>
              <a:defRPr sz="1600" b="0" i="0" u="none" strike="noStrike" cap="none">
                <a:solidFill>
                  <a:srgbClr val="888888"/>
                </a:solidFill>
                <a:latin typeface="Calibri"/>
                <a:ea typeface="Calibri"/>
                <a:cs typeface="Calibri"/>
                <a:sym typeface="Calibri"/>
              </a:defRPr>
            </a:lvl7pPr>
            <a:lvl8pPr marL="3657600" marR="0" lvl="7" indent="-228600" algn="l" rtl="0">
              <a:lnSpc>
                <a:spcPct val="90000"/>
              </a:lnSpc>
              <a:spcBef>
                <a:spcPts val="500"/>
              </a:spcBef>
              <a:spcAft>
                <a:spcPts val="0"/>
              </a:spcAft>
              <a:buClr>
                <a:srgbClr val="888888"/>
              </a:buClr>
              <a:buSzPts val="1600"/>
              <a:buFont typeface="Arial"/>
              <a:buNone/>
              <a:defRPr sz="1600" b="0" i="0" u="none" strike="noStrike" cap="none">
                <a:solidFill>
                  <a:srgbClr val="888888"/>
                </a:solidFill>
                <a:latin typeface="Calibri"/>
                <a:ea typeface="Calibri"/>
                <a:cs typeface="Calibri"/>
                <a:sym typeface="Calibri"/>
              </a:defRPr>
            </a:lvl8pPr>
            <a:lvl9pPr marL="4114800" marR="0" lvl="8" indent="-228600" algn="l" rtl="0">
              <a:lnSpc>
                <a:spcPct val="90000"/>
              </a:lnSpc>
              <a:spcBef>
                <a:spcPts val="500"/>
              </a:spcBef>
              <a:spcAft>
                <a:spcPts val="0"/>
              </a:spcAft>
              <a:buClr>
                <a:srgbClr val="888888"/>
              </a:buClr>
              <a:buSzPts val="1600"/>
              <a:buFont typeface="Arial"/>
              <a:buNone/>
              <a:defRPr sz="1600" b="0" i="0" u="none" strike="noStrike" cap="none">
                <a:solidFill>
                  <a:srgbClr val="888888"/>
                </a:solidFill>
                <a:latin typeface="Calibri"/>
                <a:ea typeface="Calibri"/>
                <a:cs typeface="Calibri"/>
                <a:sym typeface="Calibri"/>
              </a:defRPr>
            </a:lvl9pPr>
          </a:lstStyle>
          <a:p>
            <a:endParaRPr/>
          </a:p>
        </p:txBody>
      </p:sp>
      <p:sp>
        <p:nvSpPr>
          <p:cNvPr id="37" name="Google Shape;37;p5"/>
          <p:cNvSpPr txBox="1">
            <a:spLocks noGrp="1"/>
          </p:cNvSpPr>
          <p:nvPr>
            <p:ph type="dt" idx="10"/>
          </p:nvPr>
        </p:nvSpPr>
        <p:spPr>
          <a:xfrm>
            <a:off x="838200" y="6356350"/>
            <a:ext cx="2743200" cy="365125"/>
          </a:xfrm>
          <a:prstGeom prst="rect">
            <a:avLst/>
          </a:prstGeom>
          <a:noFill/>
          <a:ln>
            <a:noFill/>
          </a:ln>
        </p:spPr>
        <p:txBody>
          <a:bodyPr spcFirstLastPara="1" wrap="square" lIns="91425" tIns="91425" rIns="91425" bIns="91425" anchor="ctr" anchorCtr="0">
            <a:noAutofit/>
          </a:bodyPr>
          <a:lstStyle>
            <a:lvl1pPr marR="0" lvl="0" algn="l"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38" name="Google Shape;38;p5"/>
          <p:cNvSpPr txBox="1">
            <a:spLocks noGrp="1"/>
          </p:cNvSpPr>
          <p:nvPr>
            <p:ph type="ftr" idx="11"/>
          </p:nvPr>
        </p:nvSpPr>
        <p:spPr>
          <a:xfrm>
            <a:off x="4038600" y="6356350"/>
            <a:ext cx="4114800" cy="365125"/>
          </a:xfrm>
          <a:prstGeom prst="rect">
            <a:avLst/>
          </a:prstGeom>
          <a:noFill/>
          <a:ln>
            <a:noFill/>
          </a:ln>
        </p:spPr>
        <p:txBody>
          <a:bodyPr spcFirstLastPara="1" wrap="square" lIns="91425" tIns="91425" rIns="91425" bIns="91425" anchor="ctr" anchorCtr="0">
            <a:noAutofit/>
          </a:bodyPr>
          <a:lstStyle>
            <a:lvl1pPr marR="0" lvl="0" algn="ctr"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39" name="Google Shape;39;p5"/>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a:solidFill>
                  <a:srgbClr val="888888"/>
                </a:solidFill>
                <a:latin typeface="Calibri"/>
                <a:ea typeface="Calibri"/>
                <a:cs typeface="Calibri"/>
                <a:sym typeface="Calibri"/>
              </a:defRPr>
            </a:lvl1pPr>
            <a:lvl2pPr marL="0" marR="0" lvl="1" indent="0" algn="r" rtl="0">
              <a:spcBef>
                <a:spcPts val="0"/>
              </a:spcBef>
              <a:buNone/>
              <a:defRPr sz="1200">
                <a:solidFill>
                  <a:srgbClr val="888888"/>
                </a:solidFill>
                <a:latin typeface="Calibri"/>
                <a:ea typeface="Calibri"/>
                <a:cs typeface="Calibri"/>
                <a:sym typeface="Calibri"/>
              </a:defRPr>
            </a:lvl2pPr>
            <a:lvl3pPr marL="0" marR="0" lvl="2" indent="0" algn="r" rtl="0">
              <a:spcBef>
                <a:spcPts val="0"/>
              </a:spcBef>
              <a:buNone/>
              <a:defRPr sz="1200">
                <a:solidFill>
                  <a:srgbClr val="888888"/>
                </a:solidFill>
                <a:latin typeface="Calibri"/>
                <a:ea typeface="Calibri"/>
                <a:cs typeface="Calibri"/>
                <a:sym typeface="Calibri"/>
              </a:defRPr>
            </a:lvl3pPr>
            <a:lvl4pPr marL="0" marR="0" lvl="3" indent="0" algn="r" rtl="0">
              <a:spcBef>
                <a:spcPts val="0"/>
              </a:spcBef>
              <a:buNone/>
              <a:defRPr sz="1200">
                <a:solidFill>
                  <a:srgbClr val="888888"/>
                </a:solidFill>
                <a:latin typeface="Calibri"/>
                <a:ea typeface="Calibri"/>
                <a:cs typeface="Calibri"/>
                <a:sym typeface="Calibri"/>
              </a:defRPr>
            </a:lvl4pPr>
            <a:lvl5pPr marL="0" marR="0" lvl="4" indent="0" algn="r" rtl="0">
              <a:spcBef>
                <a:spcPts val="0"/>
              </a:spcBef>
              <a:buNone/>
              <a:defRPr sz="1200">
                <a:solidFill>
                  <a:srgbClr val="888888"/>
                </a:solidFill>
                <a:latin typeface="Calibri"/>
                <a:ea typeface="Calibri"/>
                <a:cs typeface="Calibri"/>
                <a:sym typeface="Calibri"/>
              </a:defRPr>
            </a:lvl5pPr>
            <a:lvl6pPr marL="0" marR="0" lvl="5" indent="0" algn="r" rtl="0">
              <a:spcBef>
                <a:spcPts val="0"/>
              </a:spcBef>
              <a:buNone/>
              <a:defRPr sz="1200">
                <a:solidFill>
                  <a:srgbClr val="888888"/>
                </a:solidFill>
                <a:latin typeface="Calibri"/>
                <a:ea typeface="Calibri"/>
                <a:cs typeface="Calibri"/>
                <a:sym typeface="Calibri"/>
              </a:defRPr>
            </a:lvl6pPr>
            <a:lvl7pPr marL="0" marR="0" lvl="6" indent="0" algn="r" rtl="0">
              <a:spcBef>
                <a:spcPts val="0"/>
              </a:spcBef>
              <a:buNone/>
              <a:defRPr sz="1200">
                <a:solidFill>
                  <a:srgbClr val="888888"/>
                </a:solidFill>
                <a:latin typeface="Calibri"/>
                <a:ea typeface="Calibri"/>
                <a:cs typeface="Calibri"/>
                <a:sym typeface="Calibri"/>
              </a:defRPr>
            </a:lvl7pPr>
            <a:lvl8pPr marL="0" marR="0" lvl="7" indent="0" algn="r" rtl="0">
              <a:spcBef>
                <a:spcPts val="0"/>
              </a:spcBef>
              <a:buNone/>
              <a:defRPr sz="1200">
                <a:solidFill>
                  <a:srgbClr val="888888"/>
                </a:solidFill>
                <a:latin typeface="Calibri"/>
                <a:ea typeface="Calibri"/>
                <a:cs typeface="Calibri"/>
                <a:sym typeface="Calibri"/>
              </a:defRPr>
            </a:lvl8pPr>
            <a:lvl9pPr marL="0" marR="0" lvl="8" indent="0" algn="r" rtl="0">
              <a:spcBef>
                <a:spcPts val="0"/>
              </a:spcBef>
              <a:buNone/>
              <a:defRPr sz="1200">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Comparison" type="twoTxTwoObj">
  <p:cSld name="TWO_OBJECTS_WITH_TEXT">
    <p:spTree>
      <p:nvGrpSpPr>
        <p:cNvPr id="1" name="Shape 40"/>
        <p:cNvGrpSpPr/>
        <p:nvPr/>
      </p:nvGrpSpPr>
      <p:grpSpPr>
        <a:xfrm>
          <a:off x="0" y="0"/>
          <a:ext cx="0" cy="0"/>
          <a:chOff x="0" y="0"/>
          <a:chExt cx="0" cy="0"/>
        </a:xfrm>
      </p:grpSpPr>
      <p:sp>
        <p:nvSpPr>
          <p:cNvPr id="41" name="Google Shape;41;p6"/>
          <p:cNvSpPr txBox="1">
            <a:spLocks noGrp="1"/>
          </p:cNvSpPr>
          <p:nvPr>
            <p:ph type="title"/>
          </p:nvPr>
        </p:nvSpPr>
        <p:spPr>
          <a:xfrm>
            <a:off x="839788" y="365125"/>
            <a:ext cx="10515600" cy="1325563"/>
          </a:xfrm>
          <a:prstGeom prst="rect">
            <a:avLst/>
          </a:prstGeom>
          <a:noFill/>
          <a:ln>
            <a:noFill/>
          </a:ln>
        </p:spPr>
        <p:txBody>
          <a:bodyPr spcFirstLastPara="1" wrap="square" lIns="91425" tIns="91425" rIns="91425" bIns="91425" anchor="ctr" anchorCtr="0">
            <a:noAutofit/>
          </a:bodyPr>
          <a:lstStyle>
            <a:lvl1pPr marR="0" lvl="0" algn="l" rtl="0">
              <a:lnSpc>
                <a:spcPct val="90000"/>
              </a:lnSpc>
              <a:spcBef>
                <a:spcPts val="0"/>
              </a:spcBef>
              <a:spcAft>
                <a:spcPts val="0"/>
              </a:spcAft>
              <a:buClr>
                <a:schemeClr val="dk1"/>
              </a:buClr>
              <a:buSzPts val="4400"/>
              <a:buFont typeface="Calibri"/>
              <a:buNone/>
              <a:defRPr sz="44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42" name="Google Shape;42;p6"/>
          <p:cNvSpPr txBox="1">
            <a:spLocks noGrp="1"/>
          </p:cNvSpPr>
          <p:nvPr>
            <p:ph type="body" idx="1"/>
          </p:nvPr>
        </p:nvSpPr>
        <p:spPr>
          <a:xfrm>
            <a:off x="839788" y="1681163"/>
            <a:ext cx="5157787" cy="823912"/>
          </a:xfrm>
          <a:prstGeom prst="rect">
            <a:avLst/>
          </a:prstGeom>
          <a:noFill/>
          <a:ln>
            <a:noFill/>
          </a:ln>
        </p:spPr>
        <p:txBody>
          <a:bodyPr spcFirstLastPara="1" wrap="square" lIns="91425" tIns="91425" rIns="91425" bIns="91425" anchor="b" anchorCtr="0">
            <a:noAutofit/>
          </a:bodyPr>
          <a:lstStyle>
            <a:lvl1pPr marL="457200" marR="0" lvl="0" indent="-228600" algn="l" rtl="0">
              <a:lnSpc>
                <a:spcPct val="90000"/>
              </a:lnSpc>
              <a:spcBef>
                <a:spcPts val="1000"/>
              </a:spcBef>
              <a:spcAft>
                <a:spcPts val="0"/>
              </a:spcAft>
              <a:buClr>
                <a:schemeClr val="dk1"/>
              </a:buClr>
              <a:buSzPts val="2400"/>
              <a:buFont typeface="Arial"/>
              <a:buNone/>
              <a:defRPr sz="2400" b="1" i="0" u="none" strike="noStrike" cap="none">
                <a:solidFill>
                  <a:schemeClr val="dk1"/>
                </a:solidFill>
                <a:latin typeface="Calibri"/>
                <a:ea typeface="Calibri"/>
                <a:cs typeface="Calibri"/>
                <a:sym typeface="Calibri"/>
              </a:defRPr>
            </a:lvl1pPr>
            <a:lvl2pPr marL="914400" marR="0" lvl="1" indent="-228600" algn="l" rtl="0">
              <a:lnSpc>
                <a:spcPct val="90000"/>
              </a:lnSpc>
              <a:spcBef>
                <a:spcPts val="500"/>
              </a:spcBef>
              <a:spcAft>
                <a:spcPts val="0"/>
              </a:spcAft>
              <a:buClr>
                <a:schemeClr val="dk1"/>
              </a:buClr>
              <a:buSzPts val="2000"/>
              <a:buFont typeface="Arial"/>
              <a:buNone/>
              <a:defRPr sz="2000" b="1" i="0" u="none" strike="noStrike" cap="none">
                <a:solidFill>
                  <a:schemeClr val="dk1"/>
                </a:solidFill>
                <a:latin typeface="Calibri"/>
                <a:ea typeface="Calibri"/>
                <a:cs typeface="Calibri"/>
                <a:sym typeface="Calibri"/>
              </a:defRPr>
            </a:lvl2pPr>
            <a:lvl3pPr marL="1371600" marR="0" lvl="2" indent="-228600" algn="l" rtl="0">
              <a:lnSpc>
                <a:spcPct val="90000"/>
              </a:lnSpc>
              <a:spcBef>
                <a:spcPts val="500"/>
              </a:spcBef>
              <a:spcAft>
                <a:spcPts val="0"/>
              </a:spcAft>
              <a:buClr>
                <a:schemeClr val="dk1"/>
              </a:buClr>
              <a:buSzPts val="1800"/>
              <a:buFont typeface="Arial"/>
              <a:buNone/>
              <a:defRPr sz="1800" b="1" i="0" u="none" strike="noStrike" cap="none">
                <a:solidFill>
                  <a:schemeClr val="dk1"/>
                </a:solidFill>
                <a:latin typeface="Calibri"/>
                <a:ea typeface="Calibri"/>
                <a:cs typeface="Calibri"/>
                <a:sym typeface="Calibri"/>
              </a:defRPr>
            </a:lvl3pPr>
            <a:lvl4pPr marL="1828800" marR="0" lvl="3" indent="-228600" algn="l" rtl="0">
              <a:lnSpc>
                <a:spcPct val="90000"/>
              </a:lnSpc>
              <a:spcBef>
                <a:spcPts val="500"/>
              </a:spcBef>
              <a:spcAft>
                <a:spcPts val="0"/>
              </a:spcAft>
              <a:buClr>
                <a:schemeClr val="dk1"/>
              </a:buClr>
              <a:buSzPts val="1600"/>
              <a:buFont typeface="Arial"/>
              <a:buNone/>
              <a:defRPr sz="1600" b="1" i="0" u="none" strike="noStrike" cap="none">
                <a:solidFill>
                  <a:schemeClr val="dk1"/>
                </a:solidFill>
                <a:latin typeface="Calibri"/>
                <a:ea typeface="Calibri"/>
                <a:cs typeface="Calibri"/>
                <a:sym typeface="Calibri"/>
              </a:defRPr>
            </a:lvl4pPr>
            <a:lvl5pPr marL="2286000" marR="0" lvl="4" indent="-228600" algn="l" rtl="0">
              <a:lnSpc>
                <a:spcPct val="90000"/>
              </a:lnSpc>
              <a:spcBef>
                <a:spcPts val="500"/>
              </a:spcBef>
              <a:spcAft>
                <a:spcPts val="0"/>
              </a:spcAft>
              <a:buClr>
                <a:schemeClr val="dk1"/>
              </a:buClr>
              <a:buSzPts val="1600"/>
              <a:buFont typeface="Arial"/>
              <a:buNone/>
              <a:defRPr sz="1600" b="1" i="0" u="none" strike="noStrike" cap="none">
                <a:solidFill>
                  <a:schemeClr val="dk1"/>
                </a:solidFill>
                <a:latin typeface="Calibri"/>
                <a:ea typeface="Calibri"/>
                <a:cs typeface="Calibri"/>
                <a:sym typeface="Calibri"/>
              </a:defRPr>
            </a:lvl5pPr>
            <a:lvl6pPr marL="2743200" marR="0" lvl="5" indent="-228600" algn="l" rtl="0">
              <a:lnSpc>
                <a:spcPct val="90000"/>
              </a:lnSpc>
              <a:spcBef>
                <a:spcPts val="500"/>
              </a:spcBef>
              <a:spcAft>
                <a:spcPts val="0"/>
              </a:spcAft>
              <a:buClr>
                <a:schemeClr val="dk1"/>
              </a:buClr>
              <a:buSzPts val="1600"/>
              <a:buFont typeface="Arial"/>
              <a:buNone/>
              <a:defRPr sz="1600" b="1" i="0" u="none" strike="noStrike" cap="none">
                <a:solidFill>
                  <a:schemeClr val="dk1"/>
                </a:solidFill>
                <a:latin typeface="Calibri"/>
                <a:ea typeface="Calibri"/>
                <a:cs typeface="Calibri"/>
                <a:sym typeface="Calibri"/>
              </a:defRPr>
            </a:lvl6pPr>
            <a:lvl7pPr marL="3200400" marR="0" lvl="6" indent="-228600" algn="l" rtl="0">
              <a:lnSpc>
                <a:spcPct val="90000"/>
              </a:lnSpc>
              <a:spcBef>
                <a:spcPts val="500"/>
              </a:spcBef>
              <a:spcAft>
                <a:spcPts val="0"/>
              </a:spcAft>
              <a:buClr>
                <a:schemeClr val="dk1"/>
              </a:buClr>
              <a:buSzPts val="1600"/>
              <a:buFont typeface="Arial"/>
              <a:buNone/>
              <a:defRPr sz="1600" b="1" i="0" u="none" strike="noStrike" cap="none">
                <a:solidFill>
                  <a:schemeClr val="dk1"/>
                </a:solidFill>
                <a:latin typeface="Calibri"/>
                <a:ea typeface="Calibri"/>
                <a:cs typeface="Calibri"/>
                <a:sym typeface="Calibri"/>
              </a:defRPr>
            </a:lvl7pPr>
            <a:lvl8pPr marL="3657600" marR="0" lvl="7" indent="-228600" algn="l" rtl="0">
              <a:lnSpc>
                <a:spcPct val="90000"/>
              </a:lnSpc>
              <a:spcBef>
                <a:spcPts val="500"/>
              </a:spcBef>
              <a:spcAft>
                <a:spcPts val="0"/>
              </a:spcAft>
              <a:buClr>
                <a:schemeClr val="dk1"/>
              </a:buClr>
              <a:buSzPts val="1600"/>
              <a:buFont typeface="Arial"/>
              <a:buNone/>
              <a:defRPr sz="1600" b="1" i="0" u="none" strike="noStrike" cap="none">
                <a:solidFill>
                  <a:schemeClr val="dk1"/>
                </a:solidFill>
                <a:latin typeface="Calibri"/>
                <a:ea typeface="Calibri"/>
                <a:cs typeface="Calibri"/>
                <a:sym typeface="Calibri"/>
              </a:defRPr>
            </a:lvl8pPr>
            <a:lvl9pPr marL="4114800" marR="0" lvl="8" indent="-228600" algn="l" rtl="0">
              <a:lnSpc>
                <a:spcPct val="90000"/>
              </a:lnSpc>
              <a:spcBef>
                <a:spcPts val="500"/>
              </a:spcBef>
              <a:spcAft>
                <a:spcPts val="0"/>
              </a:spcAft>
              <a:buClr>
                <a:schemeClr val="dk1"/>
              </a:buClr>
              <a:buSzPts val="1600"/>
              <a:buFont typeface="Arial"/>
              <a:buNone/>
              <a:defRPr sz="1600" b="1" i="0" u="none" strike="noStrike" cap="none">
                <a:solidFill>
                  <a:schemeClr val="dk1"/>
                </a:solidFill>
                <a:latin typeface="Calibri"/>
                <a:ea typeface="Calibri"/>
                <a:cs typeface="Calibri"/>
                <a:sym typeface="Calibri"/>
              </a:defRPr>
            </a:lvl9pPr>
          </a:lstStyle>
          <a:p>
            <a:endParaRPr/>
          </a:p>
        </p:txBody>
      </p:sp>
      <p:sp>
        <p:nvSpPr>
          <p:cNvPr id="43" name="Google Shape;43;p6"/>
          <p:cNvSpPr txBox="1">
            <a:spLocks noGrp="1"/>
          </p:cNvSpPr>
          <p:nvPr>
            <p:ph type="body" idx="2"/>
          </p:nvPr>
        </p:nvSpPr>
        <p:spPr>
          <a:xfrm>
            <a:off x="839788" y="2505075"/>
            <a:ext cx="5157787" cy="3684588"/>
          </a:xfrm>
          <a:prstGeom prst="rect">
            <a:avLst/>
          </a:prstGeom>
          <a:noFill/>
          <a:ln>
            <a:noFill/>
          </a:ln>
        </p:spPr>
        <p:txBody>
          <a:bodyPr spcFirstLastPara="1" wrap="square" lIns="91425" tIns="91425" rIns="91425" bIns="91425" anchor="t" anchorCtr="0">
            <a:noAutofit/>
          </a:bodyPr>
          <a:lstStyle>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44" name="Google Shape;44;p6"/>
          <p:cNvSpPr txBox="1">
            <a:spLocks noGrp="1"/>
          </p:cNvSpPr>
          <p:nvPr>
            <p:ph type="body" idx="3"/>
          </p:nvPr>
        </p:nvSpPr>
        <p:spPr>
          <a:xfrm>
            <a:off x="6172200" y="1681163"/>
            <a:ext cx="5183188" cy="823912"/>
          </a:xfrm>
          <a:prstGeom prst="rect">
            <a:avLst/>
          </a:prstGeom>
          <a:noFill/>
          <a:ln>
            <a:noFill/>
          </a:ln>
        </p:spPr>
        <p:txBody>
          <a:bodyPr spcFirstLastPara="1" wrap="square" lIns="91425" tIns="91425" rIns="91425" bIns="91425" anchor="b" anchorCtr="0">
            <a:noAutofit/>
          </a:bodyPr>
          <a:lstStyle>
            <a:lvl1pPr marL="457200" marR="0" lvl="0" indent="-228600" algn="l" rtl="0">
              <a:lnSpc>
                <a:spcPct val="90000"/>
              </a:lnSpc>
              <a:spcBef>
                <a:spcPts val="1000"/>
              </a:spcBef>
              <a:spcAft>
                <a:spcPts val="0"/>
              </a:spcAft>
              <a:buClr>
                <a:schemeClr val="dk1"/>
              </a:buClr>
              <a:buSzPts val="2400"/>
              <a:buFont typeface="Arial"/>
              <a:buNone/>
              <a:defRPr sz="2400" b="1" i="0" u="none" strike="noStrike" cap="none">
                <a:solidFill>
                  <a:schemeClr val="dk1"/>
                </a:solidFill>
                <a:latin typeface="Calibri"/>
                <a:ea typeface="Calibri"/>
                <a:cs typeface="Calibri"/>
                <a:sym typeface="Calibri"/>
              </a:defRPr>
            </a:lvl1pPr>
            <a:lvl2pPr marL="914400" marR="0" lvl="1" indent="-228600" algn="l" rtl="0">
              <a:lnSpc>
                <a:spcPct val="90000"/>
              </a:lnSpc>
              <a:spcBef>
                <a:spcPts val="500"/>
              </a:spcBef>
              <a:spcAft>
                <a:spcPts val="0"/>
              </a:spcAft>
              <a:buClr>
                <a:schemeClr val="dk1"/>
              </a:buClr>
              <a:buSzPts val="2000"/>
              <a:buFont typeface="Arial"/>
              <a:buNone/>
              <a:defRPr sz="2000" b="1" i="0" u="none" strike="noStrike" cap="none">
                <a:solidFill>
                  <a:schemeClr val="dk1"/>
                </a:solidFill>
                <a:latin typeface="Calibri"/>
                <a:ea typeface="Calibri"/>
                <a:cs typeface="Calibri"/>
                <a:sym typeface="Calibri"/>
              </a:defRPr>
            </a:lvl2pPr>
            <a:lvl3pPr marL="1371600" marR="0" lvl="2" indent="-228600" algn="l" rtl="0">
              <a:lnSpc>
                <a:spcPct val="90000"/>
              </a:lnSpc>
              <a:spcBef>
                <a:spcPts val="500"/>
              </a:spcBef>
              <a:spcAft>
                <a:spcPts val="0"/>
              </a:spcAft>
              <a:buClr>
                <a:schemeClr val="dk1"/>
              </a:buClr>
              <a:buSzPts val="1800"/>
              <a:buFont typeface="Arial"/>
              <a:buNone/>
              <a:defRPr sz="1800" b="1" i="0" u="none" strike="noStrike" cap="none">
                <a:solidFill>
                  <a:schemeClr val="dk1"/>
                </a:solidFill>
                <a:latin typeface="Calibri"/>
                <a:ea typeface="Calibri"/>
                <a:cs typeface="Calibri"/>
                <a:sym typeface="Calibri"/>
              </a:defRPr>
            </a:lvl3pPr>
            <a:lvl4pPr marL="1828800" marR="0" lvl="3" indent="-228600" algn="l" rtl="0">
              <a:lnSpc>
                <a:spcPct val="90000"/>
              </a:lnSpc>
              <a:spcBef>
                <a:spcPts val="500"/>
              </a:spcBef>
              <a:spcAft>
                <a:spcPts val="0"/>
              </a:spcAft>
              <a:buClr>
                <a:schemeClr val="dk1"/>
              </a:buClr>
              <a:buSzPts val="1600"/>
              <a:buFont typeface="Arial"/>
              <a:buNone/>
              <a:defRPr sz="1600" b="1" i="0" u="none" strike="noStrike" cap="none">
                <a:solidFill>
                  <a:schemeClr val="dk1"/>
                </a:solidFill>
                <a:latin typeface="Calibri"/>
                <a:ea typeface="Calibri"/>
                <a:cs typeface="Calibri"/>
                <a:sym typeface="Calibri"/>
              </a:defRPr>
            </a:lvl4pPr>
            <a:lvl5pPr marL="2286000" marR="0" lvl="4" indent="-228600" algn="l" rtl="0">
              <a:lnSpc>
                <a:spcPct val="90000"/>
              </a:lnSpc>
              <a:spcBef>
                <a:spcPts val="500"/>
              </a:spcBef>
              <a:spcAft>
                <a:spcPts val="0"/>
              </a:spcAft>
              <a:buClr>
                <a:schemeClr val="dk1"/>
              </a:buClr>
              <a:buSzPts val="1600"/>
              <a:buFont typeface="Arial"/>
              <a:buNone/>
              <a:defRPr sz="1600" b="1" i="0" u="none" strike="noStrike" cap="none">
                <a:solidFill>
                  <a:schemeClr val="dk1"/>
                </a:solidFill>
                <a:latin typeface="Calibri"/>
                <a:ea typeface="Calibri"/>
                <a:cs typeface="Calibri"/>
                <a:sym typeface="Calibri"/>
              </a:defRPr>
            </a:lvl5pPr>
            <a:lvl6pPr marL="2743200" marR="0" lvl="5" indent="-228600" algn="l" rtl="0">
              <a:lnSpc>
                <a:spcPct val="90000"/>
              </a:lnSpc>
              <a:spcBef>
                <a:spcPts val="500"/>
              </a:spcBef>
              <a:spcAft>
                <a:spcPts val="0"/>
              </a:spcAft>
              <a:buClr>
                <a:schemeClr val="dk1"/>
              </a:buClr>
              <a:buSzPts val="1600"/>
              <a:buFont typeface="Arial"/>
              <a:buNone/>
              <a:defRPr sz="1600" b="1" i="0" u="none" strike="noStrike" cap="none">
                <a:solidFill>
                  <a:schemeClr val="dk1"/>
                </a:solidFill>
                <a:latin typeface="Calibri"/>
                <a:ea typeface="Calibri"/>
                <a:cs typeface="Calibri"/>
                <a:sym typeface="Calibri"/>
              </a:defRPr>
            </a:lvl6pPr>
            <a:lvl7pPr marL="3200400" marR="0" lvl="6" indent="-228600" algn="l" rtl="0">
              <a:lnSpc>
                <a:spcPct val="90000"/>
              </a:lnSpc>
              <a:spcBef>
                <a:spcPts val="500"/>
              </a:spcBef>
              <a:spcAft>
                <a:spcPts val="0"/>
              </a:spcAft>
              <a:buClr>
                <a:schemeClr val="dk1"/>
              </a:buClr>
              <a:buSzPts val="1600"/>
              <a:buFont typeface="Arial"/>
              <a:buNone/>
              <a:defRPr sz="1600" b="1" i="0" u="none" strike="noStrike" cap="none">
                <a:solidFill>
                  <a:schemeClr val="dk1"/>
                </a:solidFill>
                <a:latin typeface="Calibri"/>
                <a:ea typeface="Calibri"/>
                <a:cs typeface="Calibri"/>
                <a:sym typeface="Calibri"/>
              </a:defRPr>
            </a:lvl7pPr>
            <a:lvl8pPr marL="3657600" marR="0" lvl="7" indent="-228600" algn="l" rtl="0">
              <a:lnSpc>
                <a:spcPct val="90000"/>
              </a:lnSpc>
              <a:spcBef>
                <a:spcPts val="500"/>
              </a:spcBef>
              <a:spcAft>
                <a:spcPts val="0"/>
              </a:spcAft>
              <a:buClr>
                <a:schemeClr val="dk1"/>
              </a:buClr>
              <a:buSzPts val="1600"/>
              <a:buFont typeface="Arial"/>
              <a:buNone/>
              <a:defRPr sz="1600" b="1" i="0" u="none" strike="noStrike" cap="none">
                <a:solidFill>
                  <a:schemeClr val="dk1"/>
                </a:solidFill>
                <a:latin typeface="Calibri"/>
                <a:ea typeface="Calibri"/>
                <a:cs typeface="Calibri"/>
                <a:sym typeface="Calibri"/>
              </a:defRPr>
            </a:lvl8pPr>
            <a:lvl9pPr marL="4114800" marR="0" lvl="8" indent="-228600" algn="l" rtl="0">
              <a:lnSpc>
                <a:spcPct val="90000"/>
              </a:lnSpc>
              <a:spcBef>
                <a:spcPts val="500"/>
              </a:spcBef>
              <a:spcAft>
                <a:spcPts val="0"/>
              </a:spcAft>
              <a:buClr>
                <a:schemeClr val="dk1"/>
              </a:buClr>
              <a:buSzPts val="1600"/>
              <a:buFont typeface="Arial"/>
              <a:buNone/>
              <a:defRPr sz="1600" b="1" i="0" u="none" strike="noStrike" cap="none">
                <a:solidFill>
                  <a:schemeClr val="dk1"/>
                </a:solidFill>
                <a:latin typeface="Calibri"/>
                <a:ea typeface="Calibri"/>
                <a:cs typeface="Calibri"/>
                <a:sym typeface="Calibri"/>
              </a:defRPr>
            </a:lvl9pPr>
          </a:lstStyle>
          <a:p>
            <a:endParaRPr/>
          </a:p>
        </p:txBody>
      </p:sp>
      <p:sp>
        <p:nvSpPr>
          <p:cNvPr id="45" name="Google Shape;45;p6"/>
          <p:cNvSpPr txBox="1">
            <a:spLocks noGrp="1"/>
          </p:cNvSpPr>
          <p:nvPr>
            <p:ph type="body" idx="4"/>
          </p:nvPr>
        </p:nvSpPr>
        <p:spPr>
          <a:xfrm>
            <a:off x="6172200" y="2505075"/>
            <a:ext cx="5183188" cy="3684588"/>
          </a:xfrm>
          <a:prstGeom prst="rect">
            <a:avLst/>
          </a:prstGeom>
          <a:noFill/>
          <a:ln>
            <a:noFill/>
          </a:ln>
        </p:spPr>
        <p:txBody>
          <a:bodyPr spcFirstLastPara="1" wrap="square" lIns="91425" tIns="91425" rIns="91425" bIns="91425" anchor="t" anchorCtr="0">
            <a:noAutofit/>
          </a:bodyPr>
          <a:lstStyle>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46" name="Google Shape;46;p6"/>
          <p:cNvSpPr txBox="1">
            <a:spLocks noGrp="1"/>
          </p:cNvSpPr>
          <p:nvPr>
            <p:ph type="dt" idx="10"/>
          </p:nvPr>
        </p:nvSpPr>
        <p:spPr>
          <a:xfrm>
            <a:off x="838200" y="6356350"/>
            <a:ext cx="2743200" cy="365125"/>
          </a:xfrm>
          <a:prstGeom prst="rect">
            <a:avLst/>
          </a:prstGeom>
          <a:noFill/>
          <a:ln>
            <a:noFill/>
          </a:ln>
        </p:spPr>
        <p:txBody>
          <a:bodyPr spcFirstLastPara="1" wrap="square" lIns="91425" tIns="91425" rIns="91425" bIns="91425" anchor="ctr" anchorCtr="0">
            <a:noAutofit/>
          </a:bodyPr>
          <a:lstStyle>
            <a:lvl1pPr marR="0" lvl="0" algn="l"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47" name="Google Shape;47;p6"/>
          <p:cNvSpPr txBox="1">
            <a:spLocks noGrp="1"/>
          </p:cNvSpPr>
          <p:nvPr>
            <p:ph type="ftr" idx="11"/>
          </p:nvPr>
        </p:nvSpPr>
        <p:spPr>
          <a:xfrm>
            <a:off x="4038600" y="6356350"/>
            <a:ext cx="4114800" cy="365125"/>
          </a:xfrm>
          <a:prstGeom prst="rect">
            <a:avLst/>
          </a:prstGeom>
          <a:noFill/>
          <a:ln>
            <a:noFill/>
          </a:ln>
        </p:spPr>
        <p:txBody>
          <a:bodyPr spcFirstLastPara="1" wrap="square" lIns="91425" tIns="91425" rIns="91425" bIns="91425" anchor="ctr" anchorCtr="0">
            <a:noAutofit/>
          </a:bodyPr>
          <a:lstStyle>
            <a:lvl1pPr marR="0" lvl="0" algn="ctr"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48" name="Google Shape;48;p6"/>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a:solidFill>
                  <a:srgbClr val="888888"/>
                </a:solidFill>
                <a:latin typeface="Calibri"/>
                <a:ea typeface="Calibri"/>
                <a:cs typeface="Calibri"/>
                <a:sym typeface="Calibri"/>
              </a:defRPr>
            </a:lvl1pPr>
            <a:lvl2pPr marL="0" marR="0" lvl="1" indent="0" algn="r" rtl="0">
              <a:spcBef>
                <a:spcPts val="0"/>
              </a:spcBef>
              <a:buNone/>
              <a:defRPr sz="1200">
                <a:solidFill>
                  <a:srgbClr val="888888"/>
                </a:solidFill>
                <a:latin typeface="Calibri"/>
                <a:ea typeface="Calibri"/>
                <a:cs typeface="Calibri"/>
                <a:sym typeface="Calibri"/>
              </a:defRPr>
            </a:lvl2pPr>
            <a:lvl3pPr marL="0" marR="0" lvl="2" indent="0" algn="r" rtl="0">
              <a:spcBef>
                <a:spcPts val="0"/>
              </a:spcBef>
              <a:buNone/>
              <a:defRPr sz="1200">
                <a:solidFill>
                  <a:srgbClr val="888888"/>
                </a:solidFill>
                <a:latin typeface="Calibri"/>
                <a:ea typeface="Calibri"/>
                <a:cs typeface="Calibri"/>
                <a:sym typeface="Calibri"/>
              </a:defRPr>
            </a:lvl3pPr>
            <a:lvl4pPr marL="0" marR="0" lvl="3" indent="0" algn="r" rtl="0">
              <a:spcBef>
                <a:spcPts val="0"/>
              </a:spcBef>
              <a:buNone/>
              <a:defRPr sz="1200">
                <a:solidFill>
                  <a:srgbClr val="888888"/>
                </a:solidFill>
                <a:latin typeface="Calibri"/>
                <a:ea typeface="Calibri"/>
                <a:cs typeface="Calibri"/>
                <a:sym typeface="Calibri"/>
              </a:defRPr>
            </a:lvl4pPr>
            <a:lvl5pPr marL="0" marR="0" lvl="4" indent="0" algn="r" rtl="0">
              <a:spcBef>
                <a:spcPts val="0"/>
              </a:spcBef>
              <a:buNone/>
              <a:defRPr sz="1200">
                <a:solidFill>
                  <a:srgbClr val="888888"/>
                </a:solidFill>
                <a:latin typeface="Calibri"/>
                <a:ea typeface="Calibri"/>
                <a:cs typeface="Calibri"/>
                <a:sym typeface="Calibri"/>
              </a:defRPr>
            </a:lvl5pPr>
            <a:lvl6pPr marL="0" marR="0" lvl="5" indent="0" algn="r" rtl="0">
              <a:spcBef>
                <a:spcPts val="0"/>
              </a:spcBef>
              <a:buNone/>
              <a:defRPr sz="1200">
                <a:solidFill>
                  <a:srgbClr val="888888"/>
                </a:solidFill>
                <a:latin typeface="Calibri"/>
                <a:ea typeface="Calibri"/>
                <a:cs typeface="Calibri"/>
                <a:sym typeface="Calibri"/>
              </a:defRPr>
            </a:lvl6pPr>
            <a:lvl7pPr marL="0" marR="0" lvl="6" indent="0" algn="r" rtl="0">
              <a:spcBef>
                <a:spcPts val="0"/>
              </a:spcBef>
              <a:buNone/>
              <a:defRPr sz="1200">
                <a:solidFill>
                  <a:srgbClr val="888888"/>
                </a:solidFill>
                <a:latin typeface="Calibri"/>
                <a:ea typeface="Calibri"/>
                <a:cs typeface="Calibri"/>
                <a:sym typeface="Calibri"/>
              </a:defRPr>
            </a:lvl7pPr>
            <a:lvl8pPr marL="0" marR="0" lvl="7" indent="0" algn="r" rtl="0">
              <a:spcBef>
                <a:spcPts val="0"/>
              </a:spcBef>
              <a:buNone/>
              <a:defRPr sz="1200">
                <a:solidFill>
                  <a:srgbClr val="888888"/>
                </a:solidFill>
                <a:latin typeface="Calibri"/>
                <a:ea typeface="Calibri"/>
                <a:cs typeface="Calibri"/>
                <a:sym typeface="Calibri"/>
              </a:defRPr>
            </a:lvl8pPr>
            <a:lvl9pPr marL="0" marR="0" lvl="8" indent="0" algn="r" rtl="0">
              <a:spcBef>
                <a:spcPts val="0"/>
              </a:spcBef>
              <a:buNone/>
              <a:defRPr sz="1200">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49"/>
        <p:cNvGrpSpPr/>
        <p:nvPr/>
      </p:nvGrpSpPr>
      <p:grpSpPr>
        <a:xfrm>
          <a:off x="0" y="0"/>
          <a:ext cx="0" cy="0"/>
          <a:chOff x="0" y="0"/>
          <a:chExt cx="0" cy="0"/>
        </a:xfrm>
      </p:grpSpPr>
      <p:sp>
        <p:nvSpPr>
          <p:cNvPr id="50" name="Google Shape;50;p7"/>
          <p:cNvSpPr txBox="1">
            <a:spLocks noGrp="1"/>
          </p:cNvSpPr>
          <p:nvPr>
            <p:ph type="title"/>
          </p:nvPr>
        </p:nvSpPr>
        <p:spPr>
          <a:xfrm>
            <a:off x="838200" y="365125"/>
            <a:ext cx="10515600" cy="1325563"/>
          </a:xfrm>
          <a:prstGeom prst="rect">
            <a:avLst/>
          </a:prstGeom>
          <a:noFill/>
          <a:ln>
            <a:noFill/>
          </a:ln>
        </p:spPr>
        <p:txBody>
          <a:bodyPr spcFirstLastPara="1" wrap="square" lIns="91425" tIns="91425" rIns="91425" bIns="91425" anchor="ctr" anchorCtr="0">
            <a:noAutofit/>
          </a:bodyPr>
          <a:lstStyle>
            <a:lvl1pPr marR="0" lvl="0" algn="l" rtl="0">
              <a:lnSpc>
                <a:spcPct val="90000"/>
              </a:lnSpc>
              <a:spcBef>
                <a:spcPts val="0"/>
              </a:spcBef>
              <a:spcAft>
                <a:spcPts val="0"/>
              </a:spcAft>
              <a:buClr>
                <a:schemeClr val="dk1"/>
              </a:buClr>
              <a:buSzPts val="4400"/>
              <a:buFont typeface="Calibri"/>
              <a:buNone/>
              <a:defRPr sz="44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51" name="Google Shape;51;p7"/>
          <p:cNvSpPr txBox="1">
            <a:spLocks noGrp="1"/>
          </p:cNvSpPr>
          <p:nvPr>
            <p:ph type="dt" idx="10"/>
          </p:nvPr>
        </p:nvSpPr>
        <p:spPr>
          <a:xfrm>
            <a:off x="838200" y="6356350"/>
            <a:ext cx="2743200" cy="365125"/>
          </a:xfrm>
          <a:prstGeom prst="rect">
            <a:avLst/>
          </a:prstGeom>
          <a:noFill/>
          <a:ln>
            <a:noFill/>
          </a:ln>
        </p:spPr>
        <p:txBody>
          <a:bodyPr spcFirstLastPara="1" wrap="square" lIns="91425" tIns="91425" rIns="91425" bIns="91425" anchor="ctr" anchorCtr="0">
            <a:noAutofit/>
          </a:bodyPr>
          <a:lstStyle>
            <a:lvl1pPr marR="0" lvl="0" algn="l"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52" name="Google Shape;52;p7"/>
          <p:cNvSpPr txBox="1">
            <a:spLocks noGrp="1"/>
          </p:cNvSpPr>
          <p:nvPr>
            <p:ph type="ftr" idx="11"/>
          </p:nvPr>
        </p:nvSpPr>
        <p:spPr>
          <a:xfrm>
            <a:off x="4038600" y="6356350"/>
            <a:ext cx="4114800" cy="365125"/>
          </a:xfrm>
          <a:prstGeom prst="rect">
            <a:avLst/>
          </a:prstGeom>
          <a:noFill/>
          <a:ln>
            <a:noFill/>
          </a:ln>
        </p:spPr>
        <p:txBody>
          <a:bodyPr spcFirstLastPara="1" wrap="square" lIns="91425" tIns="91425" rIns="91425" bIns="91425" anchor="ctr" anchorCtr="0">
            <a:noAutofit/>
          </a:bodyPr>
          <a:lstStyle>
            <a:lvl1pPr marR="0" lvl="0" algn="ctr"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53" name="Google Shape;53;p7"/>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a:solidFill>
                  <a:srgbClr val="888888"/>
                </a:solidFill>
                <a:latin typeface="Calibri"/>
                <a:ea typeface="Calibri"/>
                <a:cs typeface="Calibri"/>
                <a:sym typeface="Calibri"/>
              </a:defRPr>
            </a:lvl1pPr>
            <a:lvl2pPr marL="0" marR="0" lvl="1" indent="0" algn="r" rtl="0">
              <a:spcBef>
                <a:spcPts val="0"/>
              </a:spcBef>
              <a:buNone/>
              <a:defRPr sz="1200">
                <a:solidFill>
                  <a:srgbClr val="888888"/>
                </a:solidFill>
                <a:latin typeface="Calibri"/>
                <a:ea typeface="Calibri"/>
                <a:cs typeface="Calibri"/>
                <a:sym typeface="Calibri"/>
              </a:defRPr>
            </a:lvl2pPr>
            <a:lvl3pPr marL="0" marR="0" lvl="2" indent="0" algn="r" rtl="0">
              <a:spcBef>
                <a:spcPts val="0"/>
              </a:spcBef>
              <a:buNone/>
              <a:defRPr sz="1200">
                <a:solidFill>
                  <a:srgbClr val="888888"/>
                </a:solidFill>
                <a:latin typeface="Calibri"/>
                <a:ea typeface="Calibri"/>
                <a:cs typeface="Calibri"/>
                <a:sym typeface="Calibri"/>
              </a:defRPr>
            </a:lvl3pPr>
            <a:lvl4pPr marL="0" marR="0" lvl="3" indent="0" algn="r" rtl="0">
              <a:spcBef>
                <a:spcPts val="0"/>
              </a:spcBef>
              <a:buNone/>
              <a:defRPr sz="1200">
                <a:solidFill>
                  <a:srgbClr val="888888"/>
                </a:solidFill>
                <a:latin typeface="Calibri"/>
                <a:ea typeface="Calibri"/>
                <a:cs typeface="Calibri"/>
                <a:sym typeface="Calibri"/>
              </a:defRPr>
            </a:lvl4pPr>
            <a:lvl5pPr marL="0" marR="0" lvl="4" indent="0" algn="r" rtl="0">
              <a:spcBef>
                <a:spcPts val="0"/>
              </a:spcBef>
              <a:buNone/>
              <a:defRPr sz="1200">
                <a:solidFill>
                  <a:srgbClr val="888888"/>
                </a:solidFill>
                <a:latin typeface="Calibri"/>
                <a:ea typeface="Calibri"/>
                <a:cs typeface="Calibri"/>
                <a:sym typeface="Calibri"/>
              </a:defRPr>
            </a:lvl5pPr>
            <a:lvl6pPr marL="0" marR="0" lvl="5" indent="0" algn="r" rtl="0">
              <a:spcBef>
                <a:spcPts val="0"/>
              </a:spcBef>
              <a:buNone/>
              <a:defRPr sz="1200">
                <a:solidFill>
                  <a:srgbClr val="888888"/>
                </a:solidFill>
                <a:latin typeface="Calibri"/>
                <a:ea typeface="Calibri"/>
                <a:cs typeface="Calibri"/>
                <a:sym typeface="Calibri"/>
              </a:defRPr>
            </a:lvl6pPr>
            <a:lvl7pPr marL="0" marR="0" lvl="6" indent="0" algn="r" rtl="0">
              <a:spcBef>
                <a:spcPts val="0"/>
              </a:spcBef>
              <a:buNone/>
              <a:defRPr sz="1200">
                <a:solidFill>
                  <a:srgbClr val="888888"/>
                </a:solidFill>
                <a:latin typeface="Calibri"/>
                <a:ea typeface="Calibri"/>
                <a:cs typeface="Calibri"/>
                <a:sym typeface="Calibri"/>
              </a:defRPr>
            </a:lvl7pPr>
            <a:lvl8pPr marL="0" marR="0" lvl="7" indent="0" algn="r" rtl="0">
              <a:spcBef>
                <a:spcPts val="0"/>
              </a:spcBef>
              <a:buNone/>
              <a:defRPr sz="1200">
                <a:solidFill>
                  <a:srgbClr val="888888"/>
                </a:solidFill>
                <a:latin typeface="Calibri"/>
                <a:ea typeface="Calibri"/>
                <a:cs typeface="Calibri"/>
                <a:sym typeface="Calibri"/>
              </a:defRPr>
            </a:lvl8pPr>
            <a:lvl9pPr marL="0" marR="0" lvl="8" indent="0" algn="r" rtl="0">
              <a:spcBef>
                <a:spcPts val="0"/>
              </a:spcBef>
              <a:buNone/>
              <a:defRPr sz="1200">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54"/>
        <p:cNvGrpSpPr/>
        <p:nvPr/>
      </p:nvGrpSpPr>
      <p:grpSpPr>
        <a:xfrm>
          <a:off x="0" y="0"/>
          <a:ext cx="0" cy="0"/>
          <a:chOff x="0" y="0"/>
          <a:chExt cx="0" cy="0"/>
        </a:xfrm>
      </p:grpSpPr>
      <p:sp>
        <p:nvSpPr>
          <p:cNvPr id="55" name="Google Shape;55;p8"/>
          <p:cNvSpPr txBox="1">
            <a:spLocks noGrp="1"/>
          </p:cNvSpPr>
          <p:nvPr>
            <p:ph type="dt" idx="10"/>
          </p:nvPr>
        </p:nvSpPr>
        <p:spPr>
          <a:xfrm>
            <a:off x="838200" y="6356350"/>
            <a:ext cx="2743200" cy="365125"/>
          </a:xfrm>
          <a:prstGeom prst="rect">
            <a:avLst/>
          </a:prstGeom>
          <a:noFill/>
          <a:ln>
            <a:noFill/>
          </a:ln>
        </p:spPr>
        <p:txBody>
          <a:bodyPr spcFirstLastPara="1" wrap="square" lIns="91425" tIns="91425" rIns="91425" bIns="91425" anchor="ctr" anchorCtr="0">
            <a:noAutofit/>
          </a:bodyPr>
          <a:lstStyle>
            <a:lvl1pPr marR="0" lvl="0" algn="l"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56" name="Google Shape;56;p8"/>
          <p:cNvSpPr txBox="1">
            <a:spLocks noGrp="1"/>
          </p:cNvSpPr>
          <p:nvPr>
            <p:ph type="ftr" idx="11"/>
          </p:nvPr>
        </p:nvSpPr>
        <p:spPr>
          <a:xfrm>
            <a:off x="4038600" y="6356350"/>
            <a:ext cx="4114800" cy="365125"/>
          </a:xfrm>
          <a:prstGeom prst="rect">
            <a:avLst/>
          </a:prstGeom>
          <a:noFill/>
          <a:ln>
            <a:noFill/>
          </a:ln>
        </p:spPr>
        <p:txBody>
          <a:bodyPr spcFirstLastPara="1" wrap="square" lIns="91425" tIns="91425" rIns="91425" bIns="91425" anchor="ctr" anchorCtr="0">
            <a:noAutofit/>
          </a:bodyPr>
          <a:lstStyle>
            <a:lvl1pPr marR="0" lvl="0" algn="ctr"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57" name="Google Shape;57;p8"/>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a:solidFill>
                  <a:srgbClr val="888888"/>
                </a:solidFill>
                <a:latin typeface="Calibri"/>
                <a:ea typeface="Calibri"/>
                <a:cs typeface="Calibri"/>
                <a:sym typeface="Calibri"/>
              </a:defRPr>
            </a:lvl1pPr>
            <a:lvl2pPr marL="0" marR="0" lvl="1" indent="0" algn="r" rtl="0">
              <a:spcBef>
                <a:spcPts val="0"/>
              </a:spcBef>
              <a:buNone/>
              <a:defRPr sz="1200">
                <a:solidFill>
                  <a:srgbClr val="888888"/>
                </a:solidFill>
                <a:latin typeface="Calibri"/>
                <a:ea typeface="Calibri"/>
                <a:cs typeface="Calibri"/>
                <a:sym typeface="Calibri"/>
              </a:defRPr>
            </a:lvl2pPr>
            <a:lvl3pPr marL="0" marR="0" lvl="2" indent="0" algn="r" rtl="0">
              <a:spcBef>
                <a:spcPts val="0"/>
              </a:spcBef>
              <a:buNone/>
              <a:defRPr sz="1200">
                <a:solidFill>
                  <a:srgbClr val="888888"/>
                </a:solidFill>
                <a:latin typeface="Calibri"/>
                <a:ea typeface="Calibri"/>
                <a:cs typeface="Calibri"/>
                <a:sym typeface="Calibri"/>
              </a:defRPr>
            </a:lvl3pPr>
            <a:lvl4pPr marL="0" marR="0" lvl="3" indent="0" algn="r" rtl="0">
              <a:spcBef>
                <a:spcPts val="0"/>
              </a:spcBef>
              <a:buNone/>
              <a:defRPr sz="1200">
                <a:solidFill>
                  <a:srgbClr val="888888"/>
                </a:solidFill>
                <a:latin typeface="Calibri"/>
                <a:ea typeface="Calibri"/>
                <a:cs typeface="Calibri"/>
                <a:sym typeface="Calibri"/>
              </a:defRPr>
            </a:lvl4pPr>
            <a:lvl5pPr marL="0" marR="0" lvl="4" indent="0" algn="r" rtl="0">
              <a:spcBef>
                <a:spcPts val="0"/>
              </a:spcBef>
              <a:buNone/>
              <a:defRPr sz="1200">
                <a:solidFill>
                  <a:srgbClr val="888888"/>
                </a:solidFill>
                <a:latin typeface="Calibri"/>
                <a:ea typeface="Calibri"/>
                <a:cs typeface="Calibri"/>
                <a:sym typeface="Calibri"/>
              </a:defRPr>
            </a:lvl5pPr>
            <a:lvl6pPr marL="0" marR="0" lvl="5" indent="0" algn="r" rtl="0">
              <a:spcBef>
                <a:spcPts val="0"/>
              </a:spcBef>
              <a:buNone/>
              <a:defRPr sz="1200">
                <a:solidFill>
                  <a:srgbClr val="888888"/>
                </a:solidFill>
                <a:latin typeface="Calibri"/>
                <a:ea typeface="Calibri"/>
                <a:cs typeface="Calibri"/>
                <a:sym typeface="Calibri"/>
              </a:defRPr>
            </a:lvl6pPr>
            <a:lvl7pPr marL="0" marR="0" lvl="6" indent="0" algn="r" rtl="0">
              <a:spcBef>
                <a:spcPts val="0"/>
              </a:spcBef>
              <a:buNone/>
              <a:defRPr sz="1200">
                <a:solidFill>
                  <a:srgbClr val="888888"/>
                </a:solidFill>
                <a:latin typeface="Calibri"/>
                <a:ea typeface="Calibri"/>
                <a:cs typeface="Calibri"/>
                <a:sym typeface="Calibri"/>
              </a:defRPr>
            </a:lvl7pPr>
            <a:lvl8pPr marL="0" marR="0" lvl="7" indent="0" algn="r" rtl="0">
              <a:spcBef>
                <a:spcPts val="0"/>
              </a:spcBef>
              <a:buNone/>
              <a:defRPr sz="1200">
                <a:solidFill>
                  <a:srgbClr val="888888"/>
                </a:solidFill>
                <a:latin typeface="Calibri"/>
                <a:ea typeface="Calibri"/>
                <a:cs typeface="Calibri"/>
                <a:sym typeface="Calibri"/>
              </a:defRPr>
            </a:lvl8pPr>
            <a:lvl9pPr marL="0" marR="0" lvl="8" indent="0" algn="r" rtl="0">
              <a:spcBef>
                <a:spcPts val="0"/>
              </a:spcBef>
              <a:buNone/>
              <a:defRPr sz="1200">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Content with Caption" type="objTx">
  <p:cSld name="OBJECT_WITH_CAPTION_TEXT">
    <p:spTree>
      <p:nvGrpSpPr>
        <p:cNvPr id="1" name="Shape 58"/>
        <p:cNvGrpSpPr/>
        <p:nvPr/>
      </p:nvGrpSpPr>
      <p:grpSpPr>
        <a:xfrm>
          <a:off x="0" y="0"/>
          <a:ext cx="0" cy="0"/>
          <a:chOff x="0" y="0"/>
          <a:chExt cx="0" cy="0"/>
        </a:xfrm>
      </p:grpSpPr>
      <p:sp>
        <p:nvSpPr>
          <p:cNvPr id="59" name="Google Shape;59;p9"/>
          <p:cNvSpPr txBox="1">
            <a:spLocks noGrp="1"/>
          </p:cNvSpPr>
          <p:nvPr>
            <p:ph type="title"/>
          </p:nvPr>
        </p:nvSpPr>
        <p:spPr>
          <a:xfrm>
            <a:off x="839788" y="457200"/>
            <a:ext cx="3932237" cy="1600200"/>
          </a:xfrm>
          <a:prstGeom prst="rect">
            <a:avLst/>
          </a:prstGeom>
          <a:noFill/>
          <a:ln>
            <a:noFill/>
          </a:ln>
        </p:spPr>
        <p:txBody>
          <a:bodyPr spcFirstLastPara="1" wrap="square" lIns="91425" tIns="91425" rIns="91425" bIns="91425" anchor="b" anchorCtr="0">
            <a:noAutofit/>
          </a:bodyPr>
          <a:lstStyle>
            <a:lvl1pPr marR="0" lvl="0" algn="l" rtl="0">
              <a:lnSpc>
                <a:spcPct val="90000"/>
              </a:lnSpc>
              <a:spcBef>
                <a:spcPts val="0"/>
              </a:spcBef>
              <a:spcAft>
                <a:spcPts val="0"/>
              </a:spcAft>
              <a:buClr>
                <a:schemeClr val="dk1"/>
              </a:buClr>
              <a:buSzPts val="3200"/>
              <a:buFont typeface="Calibri"/>
              <a:buNone/>
              <a:defRPr sz="32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60" name="Google Shape;60;p9"/>
          <p:cNvSpPr txBox="1">
            <a:spLocks noGrp="1"/>
          </p:cNvSpPr>
          <p:nvPr>
            <p:ph type="body" idx="1"/>
          </p:nvPr>
        </p:nvSpPr>
        <p:spPr>
          <a:xfrm>
            <a:off x="5183188" y="987425"/>
            <a:ext cx="6172200" cy="4873625"/>
          </a:xfrm>
          <a:prstGeom prst="rect">
            <a:avLst/>
          </a:prstGeom>
          <a:noFill/>
          <a:ln>
            <a:noFill/>
          </a:ln>
        </p:spPr>
        <p:txBody>
          <a:bodyPr spcFirstLastPara="1" wrap="square" lIns="91425" tIns="91425" rIns="91425" bIns="91425" anchor="t" anchorCtr="0">
            <a:noAutofit/>
          </a:bodyPr>
          <a:lstStyle>
            <a:lvl1pPr marL="457200" marR="0" lvl="0" indent="-431800" algn="l" rtl="0">
              <a:lnSpc>
                <a:spcPct val="90000"/>
              </a:lnSpc>
              <a:spcBef>
                <a:spcPts val="1000"/>
              </a:spcBef>
              <a:spcAft>
                <a:spcPts val="0"/>
              </a:spcAft>
              <a:buClr>
                <a:schemeClr val="dk1"/>
              </a:buClr>
              <a:buSzPts val="3200"/>
              <a:buFont typeface="Arial"/>
              <a:buChar char="•"/>
              <a:defRPr sz="3200" b="0" i="0" u="none" strike="noStrike" cap="none">
                <a:solidFill>
                  <a:schemeClr val="dk1"/>
                </a:solidFill>
                <a:latin typeface="Calibri"/>
                <a:ea typeface="Calibri"/>
                <a:cs typeface="Calibri"/>
                <a:sym typeface="Calibri"/>
              </a:defRPr>
            </a:lvl1pPr>
            <a:lvl2pPr marL="914400" marR="0" lvl="1" indent="-406400" algn="l" rtl="0">
              <a:lnSpc>
                <a:spcPct val="90000"/>
              </a:lnSpc>
              <a:spcBef>
                <a:spcPts val="500"/>
              </a:spcBef>
              <a:spcAft>
                <a:spcPts val="0"/>
              </a:spcAft>
              <a:buClr>
                <a:schemeClr val="dk1"/>
              </a:buClr>
              <a:buSzPts val="2800"/>
              <a:buFont typeface="Arial"/>
              <a:buChar char="•"/>
              <a:defRPr sz="2800" b="0" i="0" u="none" strike="noStrike" cap="none">
                <a:solidFill>
                  <a:schemeClr val="dk1"/>
                </a:solidFill>
                <a:latin typeface="Calibri"/>
                <a:ea typeface="Calibri"/>
                <a:cs typeface="Calibri"/>
                <a:sym typeface="Calibri"/>
              </a:defRPr>
            </a:lvl2pPr>
            <a:lvl3pPr marL="1371600" marR="0" lvl="2"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3pPr>
            <a:lvl4pPr marL="1828800" marR="0" lvl="3"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4pPr>
            <a:lvl5pPr marL="2286000" marR="0" lvl="4"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5pPr>
            <a:lvl6pPr marL="2743200" marR="0" lvl="5"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6pPr>
            <a:lvl7pPr marL="3200400" marR="0" lvl="6"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7pPr>
            <a:lvl8pPr marL="3657600" marR="0" lvl="7"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8pPr>
            <a:lvl9pPr marL="4114800" marR="0" lvl="8"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9pPr>
          </a:lstStyle>
          <a:p>
            <a:endParaRPr/>
          </a:p>
        </p:txBody>
      </p:sp>
      <p:sp>
        <p:nvSpPr>
          <p:cNvPr id="61" name="Google Shape;61;p9"/>
          <p:cNvSpPr txBox="1">
            <a:spLocks noGrp="1"/>
          </p:cNvSpPr>
          <p:nvPr>
            <p:ph type="body" idx="2"/>
          </p:nvPr>
        </p:nvSpPr>
        <p:spPr>
          <a:xfrm>
            <a:off x="839788" y="2057400"/>
            <a:ext cx="3932237" cy="3811588"/>
          </a:xfrm>
          <a:prstGeom prst="rect">
            <a:avLst/>
          </a:prstGeom>
          <a:noFill/>
          <a:ln>
            <a:noFill/>
          </a:ln>
        </p:spPr>
        <p:txBody>
          <a:bodyPr spcFirstLastPara="1" wrap="square" lIns="91425" tIns="91425" rIns="91425" bIns="91425" anchor="t" anchorCtr="0">
            <a:noAutofit/>
          </a:bodyPr>
          <a:lstStyle>
            <a:lvl1pPr marL="457200" marR="0" lvl="0" indent="-228600" algn="l" rtl="0">
              <a:lnSpc>
                <a:spcPct val="90000"/>
              </a:lnSpc>
              <a:spcBef>
                <a:spcPts val="1000"/>
              </a:spcBef>
              <a:spcAft>
                <a:spcPts val="0"/>
              </a:spcAft>
              <a:buClr>
                <a:schemeClr val="dk1"/>
              </a:buClr>
              <a:buSzPts val="1600"/>
              <a:buFont typeface="Arial"/>
              <a:buNone/>
              <a:defRPr sz="1600" b="0" i="0" u="none" strike="noStrike" cap="none">
                <a:solidFill>
                  <a:schemeClr val="dk1"/>
                </a:solidFill>
                <a:latin typeface="Calibri"/>
                <a:ea typeface="Calibri"/>
                <a:cs typeface="Calibri"/>
                <a:sym typeface="Calibri"/>
              </a:defRPr>
            </a:lvl1pPr>
            <a:lvl2pPr marL="914400" marR="0" lvl="1" indent="-228600" algn="l" rtl="0">
              <a:lnSpc>
                <a:spcPct val="90000"/>
              </a:lnSpc>
              <a:spcBef>
                <a:spcPts val="500"/>
              </a:spcBef>
              <a:spcAft>
                <a:spcPts val="0"/>
              </a:spcAft>
              <a:buClr>
                <a:schemeClr val="dk1"/>
              </a:buClr>
              <a:buSzPts val="1400"/>
              <a:buFont typeface="Arial"/>
              <a:buNone/>
              <a:defRPr sz="1400" b="0" i="0" u="none" strike="noStrike" cap="none">
                <a:solidFill>
                  <a:schemeClr val="dk1"/>
                </a:solidFill>
                <a:latin typeface="Calibri"/>
                <a:ea typeface="Calibri"/>
                <a:cs typeface="Calibri"/>
                <a:sym typeface="Calibri"/>
              </a:defRPr>
            </a:lvl2pPr>
            <a:lvl3pPr marL="1371600" marR="0" lvl="2" indent="-228600" algn="l" rtl="0">
              <a:lnSpc>
                <a:spcPct val="90000"/>
              </a:lnSpc>
              <a:spcBef>
                <a:spcPts val="500"/>
              </a:spcBef>
              <a:spcAft>
                <a:spcPts val="0"/>
              </a:spcAft>
              <a:buClr>
                <a:schemeClr val="dk1"/>
              </a:buClr>
              <a:buSzPts val="1200"/>
              <a:buFont typeface="Arial"/>
              <a:buNone/>
              <a:defRPr sz="1200" b="0" i="0" u="none" strike="noStrike" cap="none">
                <a:solidFill>
                  <a:schemeClr val="dk1"/>
                </a:solidFill>
                <a:latin typeface="Calibri"/>
                <a:ea typeface="Calibri"/>
                <a:cs typeface="Calibri"/>
                <a:sym typeface="Calibri"/>
              </a:defRPr>
            </a:lvl3pPr>
            <a:lvl4pPr marL="1828800" marR="0" lvl="3" indent="-228600" algn="l" rtl="0">
              <a:lnSpc>
                <a:spcPct val="90000"/>
              </a:lnSpc>
              <a:spcBef>
                <a:spcPts val="500"/>
              </a:spcBef>
              <a:spcAft>
                <a:spcPts val="0"/>
              </a:spcAft>
              <a:buClr>
                <a:schemeClr val="dk1"/>
              </a:buClr>
              <a:buSzPts val="1000"/>
              <a:buFont typeface="Arial"/>
              <a:buNone/>
              <a:defRPr sz="1000" b="0" i="0" u="none" strike="noStrike" cap="none">
                <a:solidFill>
                  <a:schemeClr val="dk1"/>
                </a:solidFill>
                <a:latin typeface="Calibri"/>
                <a:ea typeface="Calibri"/>
                <a:cs typeface="Calibri"/>
                <a:sym typeface="Calibri"/>
              </a:defRPr>
            </a:lvl4pPr>
            <a:lvl5pPr marL="2286000" marR="0" lvl="4" indent="-228600" algn="l" rtl="0">
              <a:lnSpc>
                <a:spcPct val="90000"/>
              </a:lnSpc>
              <a:spcBef>
                <a:spcPts val="500"/>
              </a:spcBef>
              <a:spcAft>
                <a:spcPts val="0"/>
              </a:spcAft>
              <a:buClr>
                <a:schemeClr val="dk1"/>
              </a:buClr>
              <a:buSzPts val="1000"/>
              <a:buFont typeface="Arial"/>
              <a:buNone/>
              <a:defRPr sz="1000" b="0" i="0" u="none" strike="noStrike" cap="none">
                <a:solidFill>
                  <a:schemeClr val="dk1"/>
                </a:solidFill>
                <a:latin typeface="Calibri"/>
                <a:ea typeface="Calibri"/>
                <a:cs typeface="Calibri"/>
                <a:sym typeface="Calibri"/>
              </a:defRPr>
            </a:lvl5pPr>
            <a:lvl6pPr marL="2743200" marR="0" lvl="5" indent="-228600" algn="l" rtl="0">
              <a:lnSpc>
                <a:spcPct val="90000"/>
              </a:lnSpc>
              <a:spcBef>
                <a:spcPts val="500"/>
              </a:spcBef>
              <a:spcAft>
                <a:spcPts val="0"/>
              </a:spcAft>
              <a:buClr>
                <a:schemeClr val="dk1"/>
              </a:buClr>
              <a:buSzPts val="1000"/>
              <a:buFont typeface="Arial"/>
              <a:buNone/>
              <a:defRPr sz="1000" b="0" i="0" u="none" strike="noStrike" cap="none">
                <a:solidFill>
                  <a:schemeClr val="dk1"/>
                </a:solidFill>
                <a:latin typeface="Calibri"/>
                <a:ea typeface="Calibri"/>
                <a:cs typeface="Calibri"/>
                <a:sym typeface="Calibri"/>
              </a:defRPr>
            </a:lvl6pPr>
            <a:lvl7pPr marL="3200400" marR="0" lvl="6" indent="-228600" algn="l" rtl="0">
              <a:lnSpc>
                <a:spcPct val="90000"/>
              </a:lnSpc>
              <a:spcBef>
                <a:spcPts val="500"/>
              </a:spcBef>
              <a:spcAft>
                <a:spcPts val="0"/>
              </a:spcAft>
              <a:buClr>
                <a:schemeClr val="dk1"/>
              </a:buClr>
              <a:buSzPts val="1000"/>
              <a:buFont typeface="Arial"/>
              <a:buNone/>
              <a:defRPr sz="1000" b="0" i="0" u="none" strike="noStrike" cap="none">
                <a:solidFill>
                  <a:schemeClr val="dk1"/>
                </a:solidFill>
                <a:latin typeface="Calibri"/>
                <a:ea typeface="Calibri"/>
                <a:cs typeface="Calibri"/>
                <a:sym typeface="Calibri"/>
              </a:defRPr>
            </a:lvl7pPr>
            <a:lvl8pPr marL="3657600" marR="0" lvl="7" indent="-228600" algn="l" rtl="0">
              <a:lnSpc>
                <a:spcPct val="90000"/>
              </a:lnSpc>
              <a:spcBef>
                <a:spcPts val="500"/>
              </a:spcBef>
              <a:spcAft>
                <a:spcPts val="0"/>
              </a:spcAft>
              <a:buClr>
                <a:schemeClr val="dk1"/>
              </a:buClr>
              <a:buSzPts val="1000"/>
              <a:buFont typeface="Arial"/>
              <a:buNone/>
              <a:defRPr sz="1000" b="0" i="0" u="none" strike="noStrike" cap="none">
                <a:solidFill>
                  <a:schemeClr val="dk1"/>
                </a:solidFill>
                <a:latin typeface="Calibri"/>
                <a:ea typeface="Calibri"/>
                <a:cs typeface="Calibri"/>
                <a:sym typeface="Calibri"/>
              </a:defRPr>
            </a:lvl8pPr>
            <a:lvl9pPr marL="4114800" marR="0" lvl="8" indent="-228600" algn="l" rtl="0">
              <a:lnSpc>
                <a:spcPct val="90000"/>
              </a:lnSpc>
              <a:spcBef>
                <a:spcPts val="500"/>
              </a:spcBef>
              <a:spcAft>
                <a:spcPts val="0"/>
              </a:spcAft>
              <a:buClr>
                <a:schemeClr val="dk1"/>
              </a:buClr>
              <a:buSzPts val="1000"/>
              <a:buFont typeface="Arial"/>
              <a:buNone/>
              <a:defRPr sz="1000" b="0" i="0" u="none" strike="noStrike" cap="none">
                <a:solidFill>
                  <a:schemeClr val="dk1"/>
                </a:solidFill>
                <a:latin typeface="Calibri"/>
                <a:ea typeface="Calibri"/>
                <a:cs typeface="Calibri"/>
                <a:sym typeface="Calibri"/>
              </a:defRPr>
            </a:lvl9pPr>
          </a:lstStyle>
          <a:p>
            <a:endParaRPr/>
          </a:p>
        </p:txBody>
      </p:sp>
      <p:sp>
        <p:nvSpPr>
          <p:cNvPr id="62" name="Google Shape;62;p9"/>
          <p:cNvSpPr txBox="1">
            <a:spLocks noGrp="1"/>
          </p:cNvSpPr>
          <p:nvPr>
            <p:ph type="dt" idx="10"/>
          </p:nvPr>
        </p:nvSpPr>
        <p:spPr>
          <a:xfrm>
            <a:off x="838200" y="6356350"/>
            <a:ext cx="2743200" cy="365125"/>
          </a:xfrm>
          <a:prstGeom prst="rect">
            <a:avLst/>
          </a:prstGeom>
          <a:noFill/>
          <a:ln>
            <a:noFill/>
          </a:ln>
        </p:spPr>
        <p:txBody>
          <a:bodyPr spcFirstLastPara="1" wrap="square" lIns="91425" tIns="91425" rIns="91425" bIns="91425" anchor="ctr" anchorCtr="0">
            <a:noAutofit/>
          </a:bodyPr>
          <a:lstStyle>
            <a:lvl1pPr marR="0" lvl="0" algn="l"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63" name="Google Shape;63;p9"/>
          <p:cNvSpPr txBox="1">
            <a:spLocks noGrp="1"/>
          </p:cNvSpPr>
          <p:nvPr>
            <p:ph type="ftr" idx="11"/>
          </p:nvPr>
        </p:nvSpPr>
        <p:spPr>
          <a:xfrm>
            <a:off x="4038600" y="6356350"/>
            <a:ext cx="4114800" cy="365125"/>
          </a:xfrm>
          <a:prstGeom prst="rect">
            <a:avLst/>
          </a:prstGeom>
          <a:noFill/>
          <a:ln>
            <a:noFill/>
          </a:ln>
        </p:spPr>
        <p:txBody>
          <a:bodyPr spcFirstLastPara="1" wrap="square" lIns="91425" tIns="91425" rIns="91425" bIns="91425" anchor="ctr" anchorCtr="0">
            <a:noAutofit/>
          </a:bodyPr>
          <a:lstStyle>
            <a:lvl1pPr marR="0" lvl="0" algn="ctr"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64" name="Google Shape;64;p9"/>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a:solidFill>
                  <a:srgbClr val="888888"/>
                </a:solidFill>
                <a:latin typeface="Calibri"/>
                <a:ea typeface="Calibri"/>
                <a:cs typeface="Calibri"/>
                <a:sym typeface="Calibri"/>
              </a:defRPr>
            </a:lvl1pPr>
            <a:lvl2pPr marL="0" marR="0" lvl="1" indent="0" algn="r" rtl="0">
              <a:spcBef>
                <a:spcPts val="0"/>
              </a:spcBef>
              <a:buNone/>
              <a:defRPr sz="1200">
                <a:solidFill>
                  <a:srgbClr val="888888"/>
                </a:solidFill>
                <a:latin typeface="Calibri"/>
                <a:ea typeface="Calibri"/>
                <a:cs typeface="Calibri"/>
                <a:sym typeface="Calibri"/>
              </a:defRPr>
            </a:lvl2pPr>
            <a:lvl3pPr marL="0" marR="0" lvl="2" indent="0" algn="r" rtl="0">
              <a:spcBef>
                <a:spcPts val="0"/>
              </a:spcBef>
              <a:buNone/>
              <a:defRPr sz="1200">
                <a:solidFill>
                  <a:srgbClr val="888888"/>
                </a:solidFill>
                <a:latin typeface="Calibri"/>
                <a:ea typeface="Calibri"/>
                <a:cs typeface="Calibri"/>
                <a:sym typeface="Calibri"/>
              </a:defRPr>
            </a:lvl3pPr>
            <a:lvl4pPr marL="0" marR="0" lvl="3" indent="0" algn="r" rtl="0">
              <a:spcBef>
                <a:spcPts val="0"/>
              </a:spcBef>
              <a:buNone/>
              <a:defRPr sz="1200">
                <a:solidFill>
                  <a:srgbClr val="888888"/>
                </a:solidFill>
                <a:latin typeface="Calibri"/>
                <a:ea typeface="Calibri"/>
                <a:cs typeface="Calibri"/>
                <a:sym typeface="Calibri"/>
              </a:defRPr>
            </a:lvl4pPr>
            <a:lvl5pPr marL="0" marR="0" lvl="4" indent="0" algn="r" rtl="0">
              <a:spcBef>
                <a:spcPts val="0"/>
              </a:spcBef>
              <a:buNone/>
              <a:defRPr sz="1200">
                <a:solidFill>
                  <a:srgbClr val="888888"/>
                </a:solidFill>
                <a:latin typeface="Calibri"/>
                <a:ea typeface="Calibri"/>
                <a:cs typeface="Calibri"/>
                <a:sym typeface="Calibri"/>
              </a:defRPr>
            </a:lvl5pPr>
            <a:lvl6pPr marL="0" marR="0" lvl="5" indent="0" algn="r" rtl="0">
              <a:spcBef>
                <a:spcPts val="0"/>
              </a:spcBef>
              <a:buNone/>
              <a:defRPr sz="1200">
                <a:solidFill>
                  <a:srgbClr val="888888"/>
                </a:solidFill>
                <a:latin typeface="Calibri"/>
                <a:ea typeface="Calibri"/>
                <a:cs typeface="Calibri"/>
                <a:sym typeface="Calibri"/>
              </a:defRPr>
            </a:lvl6pPr>
            <a:lvl7pPr marL="0" marR="0" lvl="6" indent="0" algn="r" rtl="0">
              <a:spcBef>
                <a:spcPts val="0"/>
              </a:spcBef>
              <a:buNone/>
              <a:defRPr sz="1200">
                <a:solidFill>
                  <a:srgbClr val="888888"/>
                </a:solidFill>
                <a:latin typeface="Calibri"/>
                <a:ea typeface="Calibri"/>
                <a:cs typeface="Calibri"/>
                <a:sym typeface="Calibri"/>
              </a:defRPr>
            </a:lvl7pPr>
            <a:lvl8pPr marL="0" marR="0" lvl="7" indent="0" algn="r" rtl="0">
              <a:spcBef>
                <a:spcPts val="0"/>
              </a:spcBef>
              <a:buNone/>
              <a:defRPr sz="1200">
                <a:solidFill>
                  <a:srgbClr val="888888"/>
                </a:solidFill>
                <a:latin typeface="Calibri"/>
                <a:ea typeface="Calibri"/>
                <a:cs typeface="Calibri"/>
                <a:sym typeface="Calibri"/>
              </a:defRPr>
            </a:lvl8pPr>
            <a:lvl9pPr marL="0" marR="0" lvl="8" indent="0" algn="r" rtl="0">
              <a:spcBef>
                <a:spcPts val="0"/>
              </a:spcBef>
              <a:buNone/>
              <a:defRPr sz="1200">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Picture with Caption" type="picTx">
  <p:cSld name="PICTURE_WITH_CAPTION_TEXT">
    <p:spTree>
      <p:nvGrpSpPr>
        <p:cNvPr id="1" name="Shape 65"/>
        <p:cNvGrpSpPr/>
        <p:nvPr/>
      </p:nvGrpSpPr>
      <p:grpSpPr>
        <a:xfrm>
          <a:off x="0" y="0"/>
          <a:ext cx="0" cy="0"/>
          <a:chOff x="0" y="0"/>
          <a:chExt cx="0" cy="0"/>
        </a:xfrm>
      </p:grpSpPr>
      <p:sp>
        <p:nvSpPr>
          <p:cNvPr id="66" name="Google Shape;66;p10"/>
          <p:cNvSpPr txBox="1">
            <a:spLocks noGrp="1"/>
          </p:cNvSpPr>
          <p:nvPr>
            <p:ph type="title"/>
          </p:nvPr>
        </p:nvSpPr>
        <p:spPr>
          <a:xfrm>
            <a:off x="839788" y="457200"/>
            <a:ext cx="3932237" cy="1600200"/>
          </a:xfrm>
          <a:prstGeom prst="rect">
            <a:avLst/>
          </a:prstGeom>
          <a:noFill/>
          <a:ln>
            <a:noFill/>
          </a:ln>
        </p:spPr>
        <p:txBody>
          <a:bodyPr spcFirstLastPara="1" wrap="square" lIns="91425" tIns="91425" rIns="91425" bIns="91425" anchor="b" anchorCtr="0">
            <a:noAutofit/>
          </a:bodyPr>
          <a:lstStyle>
            <a:lvl1pPr marR="0" lvl="0" algn="l" rtl="0">
              <a:lnSpc>
                <a:spcPct val="90000"/>
              </a:lnSpc>
              <a:spcBef>
                <a:spcPts val="0"/>
              </a:spcBef>
              <a:spcAft>
                <a:spcPts val="0"/>
              </a:spcAft>
              <a:buClr>
                <a:schemeClr val="dk1"/>
              </a:buClr>
              <a:buSzPts val="3200"/>
              <a:buFont typeface="Calibri"/>
              <a:buNone/>
              <a:defRPr sz="32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67" name="Google Shape;67;p10"/>
          <p:cNvSpPr>
            <a:spLocks noGrp="1"/>
          </p:cNvSpPr>
          <p:nvPr>
            <p:ph type="pic" idx="2"/>
          </p:nvPr>
        </p:nvSpPr>
        <p:spPr>
          <a:xfrm>
            <a:off x="5183188" y="987425"/>
            <a:ext cx="6172200" cy="4873625"/>
          </a:xfrm>
          <a:prstGeom prst="rect">
            <a:avLst/>
          </a:prstGeom>
          <a:noFill/>
          <a:ln>
            <a:noFill/>
          </a:ln>
        </p:spPr>
        <p:txBody>
          <a:bodyPr spcFirstLastPara="1" wrap="square" lIns="91425" tIns="91425" rIns="91425" bIns="91425" anchor="t" anchorCtr="0">
            <a:noAutofit/>
          </a:bodyPr>
          <a:lstStyle>
            <a:lvl1pPr marR="0" lvl="0" algn="l" rtl="0">
              <a:lnSpc>
                <a:spcPct val="90000"/>
              </a:lnSpc>
              <a:spcBef>
                <a:spcPts val="1000"/>
              </a:spcBef>
              <a:spcAft>
                <a:spcPts val="0"/>
              </a:spcAft>
              <a:buClr>
                <a:schemeClr val="dk1"/>
              </a:buClr>
              <a:buSzPts val="3200"/>
              <a:buFont typeface="Arial"/>
              <a:buNone/>
              <a:defRPr sz="3200" b="0" i="0" u="none" strike="noStrike" cap="none">
                <a:solidFill>
                  <a:schemeClr val="dk1"/>
                </a:solidFill>
                <a:latin typeface="Calibri"/>
                <a:ea typeface="Calibri"/>
                <a:cs typeface="Calibri"/>
                <a:sym typeface="Calibri"/>
              </a:defRPr>
            </a:lvl1pPr>
            <a:lvl2pPr marR="0" lvl="1" algn="l" rtl="0">
              <a:lnSpc>
                <a:spcPct val="90000"/>
              </a:lnSpc>
              <a:spcBef>
                <a:spcPts val="500"/>
              </a:spcBef>
              <a:spcAft>
                <a:spcPts val="0"/>
              </a:spcAft>
              <a:buClr>
                <a:schemeClr val="dk1"/>
              </a:buClr>
              <a:buSzPts val="2800"/>
              <a:buFont typeface="Arial"/>
              <a:buNone/>
              <a:defRPr sz="2800" b="0" i="0" u="none" strike="noStrike" cap="none">
                <a:solidFill>
                  <a:schemeClr val="dk1"/>
                </a:solidFill>
                <a:latin typeface="Calibri"/>
                <a:ea typeface="Calibri"/>
                <a:cs typeface="Calibri"/>
                <a:sym typeface="Calibri"/>
              </a:defRPr>
            </a:lvl2pPr>
            <a:lvl3pPr marR="0" lvl="2" algn="l" rtl="0">
              <a:lnSpc>
                <a:spcPct val="90000"/>
              </a:lnSpc>
              <a:spcBef>
                <a:spcPts val="500"/>
              </a:spcBef>
              <a:spcAft>
                <a:spcPts val="0"/>
              </a:spcAft>
              <a:buClr>
                <a:schemeClr val="dk1"/>
              </a:buClr>
              <a:buSzPts val="2400"/>
              <a:buFont typeface="Arial"/>
              <a:buNone/>
              <a:defRPr sz="2400" b="0" i="0" u="none" strike="noStrike" cap="none">
                <a:solidFill>
                  <a:schemeClr val="dk1"/>
                </a:solidFill>
                <a:latin typeface="Calibri"/>
                <a:ea typeface="Calibri"/>
                <a:cs typeface="Calibri"/>
                <a:sym typeface="Calibri"/>
              </a:defRPr>
            </a:lvl3pPr>
            <a:lvl4pPr marR="0" lvl="3" algn="l" rtl="0">
              <a:lnSpc>
                <a:spcPct val="90000"/>
              </a:lnSpc>
              <a:spcBef>
                <a:spcPts val="500"/>
              </a:spcBef>
              <a:spcAft>
                <a:spcPts val="0"/>
              </a:spcAft>
              <a:buClr>
                <a:schemeClr val="dk1"/>
              </a:buClr>
              <a:buSzPts val="2000"/>
              <a:buFont typeface="Arial"/>
              <a:buNone/>
              <a:defRPr sz="2000" b="0" i="0" u="none" strike="noStrike" cap="none">
                <a:solidFill>
                  <a:schemeClr val="dk1"/>
                </a:solidFill>
                <a:latin typeface="Calibri"/>
                <a:ea typeface="Calibri"/>
                <a:cs typeface="Calibri"/>
                <a:sym typeface="Calibri"/>
              </a:defRPr>
            </a:lvl4pPr>
            <a:lvl5pPr marR="0" lvl="4" algn="l" rtl="0">
              <a:lnSpc>
                <a:spcPct val="90000"/>
              </a:lnSpc>
              <a:spcBef>
                <a:spcPts val="500"/>
              </a:spcBef>
              <a:spcAft>
                <a:spcPts val="0"/>
              </a:spcAft>
              <a:buClr>
                <a:schemeClr val="dk1"/>
              </a:buClr>
              <a:buSzPts val="2000"/>
              <a:buFont typeface="Arial"/>
              <a:buNone/>
              <a:defRPr sz="2000" b="0" i="0" u="none" strike="noStrike" cap="none">
                <a:solidFill>
                  <a:schemeClr val="dk1"/>
                </a:solidFill>
                <a:latin typeface="Calibri"/>
                <a:ea typeface="Calibri"/>
                <a:cs typeface="Calibri"/>
                <a:sym typeface="Calibri"/>
              </a:defRPr>
            </a:lvl5pPr>
            <a:lvl6pPr marR="0" lvl="5" algn="l" rtl="0">
              <a:lnSpc>
                <a:spcPct val="90000"/>
              </a:lnSpc>
              <a:spcBef>
                <a:spcPts val="500"/>
              </a:spcBef>
              <a:spcAft>
                <a:spcPts val="0"/>
              </a:spcAft>
              <a:buClr>
                <a:schemeClr val="dk1"/>
              </a:buClr>
              <a:buSzPts val="2000"/>
              <a:buFont typeface="Arial"/>
              <a:buNone/>
              <a:defRPr sz="2000" b="0" i="0" u="none" strike="noStrike" cap="none">
                <a:solidFill>
                  <a:schemeClr val="dk1"/>
                </a:solidFill>
                <a:latin typeface="Calibri"/>
                <a:ea typeface="Calibri"/>
                <a:cs typeface="Calibri"/>
                <a:sym typeface="Calibri"/>
              </a:defRPr>
            </a:lvl6pPr>
            <a:lvl7pPr marR="0" lvl="6" algn="l" rtl="0">
              <a:lnSpc>
                <a:spcPct val="90000"/>
              </a:lnSpc>
              <a:spcBef>
                <a:spcPts val="500"/>
              </a:spcBef>
              <a:spcAft>
                <a:spcPts val="0"/>
              </a:spcAft>
              <a:buClr>
                <a:schemeClr val="dk1"/>
              </a:buClr>
              <a:buSzPts val="2000"/>
              <a:buFont typeface="Arial"/>
              <a:buNone/>
              <a:defRPr sz="2000" b="0" i="0" u="none" strike="noStrike" cap="none">
                <a:solidFill>
                  <a:schemeClr val="dk1"/>
                </a:solidFill>
                <a:latin typeface="Calibri"/>
                <a:ea typeface="Calibri"/>
                <a:cs typeface="Calibri"/>
                <a:sym typeface="Calibri"/>
              </a:defRPr>
            </a:lvl7pPr>
            <a:lvl8pPr marR="0" lvl="7" algn="l" rtl="0">
              <a:lnSpc>
                <a:spcPct val="90000"/>
              </a:lnSpc>
              <a:spcBef>
                <a:spcPts val="500"/>
              </a:spcBef>
              <a:spcAft>
                <a:spcPts val="0"/>
              </a:spcAft>
              <a:buClr>
                <a:schemeClr val="dk1"/>
              </a:buClr>
              <a:buSzPts val="2000"/>
              <a:buFont typeface="Arial"/>
              <a:buNone/>
              <a:defRPr sz="2000" b="0" i="0" u="none" strike="noStrike" cap="none">
                <a:solidFill>
                  <a:schemeClr val="dk1"/>
                </a:solidFill>
                <a:latin typeface="Calibri"/>
                <a:ea typeface="Calibri"/>
                <a:cs typeface="Calibri"/>
                <a:sym typeface="Calibri"/>
              </a:defRPr>
            </a:lvl8pPr>
            <a:lvl9pPr marR="0" lvl="8" algn="l" rtl="0">
              <a:lnSpc>
                <a:spcPct val="90000"/>
              </a:lnSpc>
              <a:spcBef>
                <a:spcPts val="500"/>
              </a:spcBef>
              <a:spcAft>
                <a:spcPts val="0"/>
              </a:spcAft>
              <a:buClr>
                <a:schemeClr val="dk1"/>
              </a:buClr>
              <a:buSzPts val="2000"/>
              <a:buFont typeface="Arial"/>
              <a:buNone/>
              <a:defRPr sz="2000" b="0" i="0" u="none" strike="noStrike" cap="none">
                <a:solidFill>
                  <a:schemeClr val="dk1"/>
                </a:solidFill>
                <a:latin typeface="Calibri"/>
                <a:ea typeface="Calibri"/>
                <a:cs typeface="Calibri"/>
                <a:sym typeface="Calibri"/>
              </a:defRPr>
            </a:lvl9pPr>
          </a:lstStyle>
          <a:p>
            <a:endParaRPr/>
          </a:p>
        </p:txBody>
      </p:sp>
      <p:sp>
        <p:nvSpPr>
          <p:cNvPr id="68" name="Google Shape;68;p10"/>
          <p:cNvSpPr txBox="1">
            <a:spLocks noGrp="1"/>
          </p:cNvSpPr>
          <p:nvPr>
            <p:ph type="body" idx="1"/>
          </p:nvPr>
        </p:nvSpPr>
        <p:spPr>
          <a:xfrm>
            <a:off x="839788" y="2057400"/>
            <a:ext cx="3932237" cy="3811588"/>
          </a:xfrm>
          <a:prstGeom prst="rect">
            <a:avLst/>
          </a:prstGeom>
          <a:noFill/>
          <a:ln>
            <a:noFill/>
          </a:ln>
        </p:spPr>
        <p:txBody>
          <a:bodyPr spcFirstLastPara="1" wrap="square" lIns="91425" tIns="91425" rIns="91425" bIns="91425" anchor="t" anchorCtr="0">
            <a:noAutofit/>
          </a:bodyPr>
          <a:lstStyle>
            <a:lvl1pPr marL="457200" marR="0" lvl="0" indent="-228600" algn="l" rtl="0">
              <a:lnSpc>
                <a:spcPct val="90000"/>
              </a:lnSpc>
              <a:spcBef>
                <a:spcPts val="1000"/>
              </a:spcBef>
              <a:spcAft>
                <a:spcPts val="0"/>
              </a:spcAft>
              <a:buClr>
                <a:schemeClr val="dk1"/>
              </a:buClr>
              <a:buSzPts val="1600"/>
              <a:buFont typeface="Arial"/>
              <a:buNone/>
              <a:defRPr sz="1600" b="0" i="0" u="none" strike="noStrike" cap="none">
                <a:solidFill>
                  <a:schemeClr val="dk1"/>
                </a:solidFill>
                <a:latin typeface="Calibri"/>
                <a:ea typeface="Calibri"/>
                <a:cs typeface="Calibri"/>
                <a:sym typeface="Calibri"/>
              </a:defRPr>
            </a:lvl1pPr>
            <a:lvl2pPr marL="914400" marR="0" lvl="1" indent="-228600" algn="l" rtl="0">
              <a:lnSpc>
                <a:spcPct val="90000"/>
              </a:lnSpc>
              <a:spcBef>
                <a:spcPts val="500"/>
              </a:spcBef>
              <a:spcAft>
                <a:spcPts val="0"/>
              </a:spcAft>
              <a:buClr>
                <a:schemeClr val="dk1"/>
              </a:buClr>
              <a:buSzPts val="1400"/>
              <a:buFont typeface="Arial"/>
              <a:buNone/>
              <a:defRPr sz="1400" b="0" i="0" u="none" strike="noStrike" cap="none">
                <a:solidFill>
                  <a:schemeClr val="dk1"/>
                </a:solidFill>
                <a:latin typeface="Calibri"/>
                <a:ea typeface="Calibri"/>
                <a:cs typeface="Calibri"/>
                <a:sym typeface="Calibri"/>
              </a:defRPr>
            </a:lvl2pPr>
            <a:lvl3pPr marL="1371600" marR="0" lvl="2" indent="-228600" algn="l" rtl="0">
              <a:lnSpc>
                <a:spcPct val="90000"/>
              </a:lnSpc>
              <a:spcBef>
                <a:spcPts val="500"/>
              </a:spcBef>
              <a:spcAft>
                <a:spcPts val="0"/>
              </a:spcAft>
              <a:buClr>
                <a:schemeClr val="dk1"/>
              </a:buClr>
              <a:buSzPts val="1200"/>
              <a:buFont typeface="Arial"/>
              <a:buNone/>
              <a:defRPr sz="1200" b="0" i="0" u="none" strike="noStrike" cap="none">
                <a:solidFill>
                  <a:schemeClr val="dk1"/>
                </a:solidFill>
                <a:latin typeface="Calibri"/>
                <a:ea typeface="Calibri"/>
                <a:cs typeface="Calibri"/>
                <a:sym typeface="Calibri"/>
              </a:defRPr>
            </a:lvl3pPr>
            <a:lvl4pPr marL="1828800" marR="0" lvl="3" indent="-228600" algn="l" rtl="0">
              <a:lnSpc>
                <a:spcPct val="90000"/>
              </a:lnSpc>
              <a:spcBef>
                <a:spcPts val="500"/>
              </a:spcBef>
              <a:spcAft>
                <a:spcPts val="0"/>
              </a:spcAft>
              <a:buClr>
                <a:schemeClr val="dk1"/>
              </a:buClr>
              <a:buSzPts val="1000"/>
              <a:buFont typeface="Arial"/>
              <a:buNone/>
              <a:defRPr sz="1000" b="0" i="0" u="none" strike="noStrike" cap="none">
                <a:solidFill>
                  <a:schemeClr val="dk1"/>
                </a:solidFill>
                <a:latin typeface="Calibri"/>
                <a:ea typeface="Calibri"/>
                <a:cs typeface="Calibri"/>
                <a:sym typeface="Calibri"/>
              </a:defRPr>
            </a:lvl4pPr>
            <a:lvl5pPr marL="2286000" marR="0" lvl="4" indent="-228600" algn="l" rtl="0">
              <a:lnSpc>
                <a:spcPct val="90000"/>
              </a:lnSpc>
              <a:spcBef>
                <a:spcPts val="500"/>
              </a:spcBef>
              <a:spcAft>
                <a:spcPts val="0"/>
              </a:spcAft>
              <a:buClr>
                <a:schemeClr val="dk1"/>
              </a:buClr>
              <a:buSzPts val="1000"/>
              <a:buFont typeface="Arial"/>
              <a:buNone/>
              <a:defRPr sz="1000" b="0" i="0" u="none" strike="noStrike" cap="none">
                <a:solidFill>
                  <a:schemeClr val="dk1"/>
                </a:solidFill>
                <a:latin typeface="Calibri"/>
                <a:ea typeface="Calibri"/>
                <a:cs typeface="Calibri"/>
                <a:sym typeface="Calibri"/>
              </a:defRPr>
            </a:lvl5pPr>
            <a:lvl6pPr marL="2743200" marR="0" lvl="5" indent="-228600" algn="l" rtl="0">
              <a:lnSpc>
                <a:spcPct val="90000"/>
              </a:lnSpc>
              <a:spcBef>
                <a:spcPts val="500"/>
              </a:spcBef>
              <a:spcAft>
                <a:spcPts val="0"/>
              </a:spcAft>
              <a:buClr>
                <a:schemeClr val="dk1"/>
              </a:buClr>
              <a:buSzPts val="1000"/>
              <a:buFont typeface="Arial"/>
              <a:buNone/>
              <a:defRPr sz="1000" b="0" i="0" u="none" strike="noStrike" cap="none">
                <a:solidFill>
                  <a:schemeClr val="dk1"/>
                </a:solidFill>
                <a:latin typeface="Calibri"/>
                <a:ea typeface="Calibri"/>
                <a:cs typeface="Calibri"/>
                <a:sym typeface="Calibri"/>
              </a:defRPr>
            </a:lvl6pPr>
            <a:lvl7pPr marL="3200400" marR="0" lvl="6" indent="-228600" algn="l" rtl="0">
              <a:lnSpc>
                <a:spcPct val="90000"/>
              </a:lnSpc>
              <a:spcBef>
                <a:spcPts val="500"/>
              </a:spcBef>
              <a:spcAft>
                <a:spcPts val="0"/>
              </a:spcAft>
              <a:buClr>
                <a:schemeClr val="dk1"/>
              </a:buClr>
              <a:buSzPts val="1000"/>
              <a:buFont typeface="Arial"/>
              <a:buNone/>
              <a:defRPr sz="1000" b="0" i="0" u="none" strike="noStrike" cap="none">
                <a:solidFill>
                  <a:schemeClr val="dk1"/>
                </a:solidFill>
                <a:latin typeface="Calibri"/>
                <a:ea typeface="Calibri"/>
                <a:cs typeface="Calibri"/>
                <a:sym typeface="Calibri"/>
              </a:defRPr>
            </a:lvl7pPr>
            <a:lvl8pPr marL="3657600" marR="0" lvl="7" indent="-228600" algn="l" rtl="0">
              <a:lnSpc>
                <a:spcPct val="90000"/>
              </a:lnSpc>
              <a:spcBef>
                <a:spcPts val="500"/>
              </a:spcBef>
              <a:spcAft>
                <a:spcPts val="0"/>
              </a:spcAft>
              <a:buClr>
                <a:schemeClr val="dk1"/>
              </a:buClr>
              <a:buSzPts val="1000"/>
              <a:buFont typeface="Arial"/>
              <a:buNone/>
              <a:defRPr sz="1000" b="0" i="0" u="none" strike="noStrike" cap="none">
                <a:solidFill>
                  <a:schemeClr val="dk1"/>
                </a:solidFill>
                <a:latin typeface="Calibri"/>
                <a:ea typeface="Calibri"/>
                <a:cs typeface="Calibri"/>
                <a:sym typeface="Calibri"/>
              </a:defRPr>
            </a:lvl8pPr>
            <a:lvl9pPr marL="4114800" marR="0" lvl="8" indent="-228600" algn="l" rtl="0">
              <a:lnSpc>
                <a:spcPct val="90000"/>
              </a:lnSpc>
              <a:spcBef>
                <a:spcPts val="500"/>
              </a:spcBef>
              <a:spcAft>
                <a:spcPts val="0"/>
              </a:spcAft>
              <a:buClr>
                <a:schemeClr val="dk1"/>
              </a:buClr>
              <a:buSzPts val="1000"/>
              <a:buFont typeface="Arial"/>
              <a:buNone/>
              <a:defRPr sz="1000" b="0" i="0" u="none" strike="noStrike" cap="none">
                <a:solidFill>
                  <a:schemeClr val="dk1"/>
                </a:solidFill>
                <a:latin typeface="Calibri"/>
                <a:ea typeface="Calibri"/>
                <a:cs typeface="Calibri"/>
                <a:sym typeface="Calibri"/>
              </a:defRPr>
            </a:lvl9pPr>
          </a:lstStyle>
          <a:p>
            <a:endParaRPr/>
          </a:p>
        </p:txBody>
      </p:sp>
      <p:sp>
        <p:nvSpPr>
          <p:cNvPr id="69" name="Google Shape;69;p10"/>
          <p:cNvSpPr txBox="1">
            <a:spLocks noGrp="1"/>
          </p:cNvSpPr>
          <p:nvPr>
            <p:ph type="dt" idx="10"/>
          </p:nvPr>
        </p:nvSpPr>
        <p:spPr>
          <a:xfrm>
            <a:off x="838200" y="6356350"/>
            <a:ext cx="2743200" cy="365125"/>
          </a:xfrm>
          <a:prstGeom prst="rect">
            <a:avLst/>
          </a:prstGeom>
          <a:noFill/>
          <a:ln>
            <a:noFill/>
          </a:ln>
        </p:spPr>
        <p:txBody>
          <a:bodyPr spcFirstLastPara="1" wrap="square" lIns="91425" tIns="91425" rIns="91425" bIns="91425" anchor="ctr" anchorCtr="0">
            <a:noAutofit/>
          </a:bodyPr>
          <a:lstStyle>
            <a:lvl1pPr marR="0" lvl="0" algn="l"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70" name="Google Shape;70;p10"/>
          <p:cNvSpPr txBox="1">
            <a:spLocks noGrp="1"/>
          </p:cNvSpPr>
          <p:nvPr>
            <p:ph type="ftr" idx="11"/>
          </p:nvPr>
        </p:nvSpPr>
        <p:spPr>
          <a:xfrm>
            <a:off x="4038600" y="6356350"/>
            <a:ext cx="4114800" cy="365125"/>
          </a:xfrm>
          <a:prstGeom prst="rect">
            <a:avLst/>
          </a:prstGeom>
          <a:noFill/>
          <a:ln>
            <a:noFill/>
          </a:ln>
        </p:spPr>
        <p:txBody>
          <a:bodyPr spcFirstLastPara="1" wrap="square" lIns="91425" tIns="91425" rIns="91425" bIns="91425" anchor="ctr" anchorCtr="0">
            <a:noAutofit/>
          </a:bodyPr>
          <a:lstStyle>
            <a:lvl1pPr marR="0" lvl="0" algn="ctr"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71" name="Google Shape;71;p10"/>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a:solidFill>
                  <a:srgbClr val="888888"/>
                </a:solidFill>
                <a:latin typeface="Calibri"/>
                <a:ea typeface="Calibri"/>
                <a:cs typeface="Calibri"/>
                <a:sym typeface="Calibri"/>
              </a:defRPr>
            </a:lvl1pPr>
            <a:lvl2pPr marL="0" marR="0" lvl="1" indent="0" algn="r" rtl="0">
              <a:spcBef>
                <a:spcPts val="0"/>
              </a:spcBef>
              <a:buNone/>
              <a:defRPr sz="1200">
                <a:solidFill>
                  <a:srgbClr val="888888"/>
                </a:solidFill>
                <a:latin typeface="Calibri"/>
                <a:ea typeface="Calibri"/>
                <a:cs typeface="Calibri"/>
                <a:sym typeface="Calibri"/>
              </a:defRPr>
            </a:lvl2pPr>
            <a:lvl3pPr marL="0" marR="0" lvl="2" indent="0" algn="r" rtl="0">
              <a:spcBef>
                <a:spcPts val="0"/>
              </a:spcBef>
              <a:buNone/>
              <a:defRPr sz="1200">
                <a:solidFill>
                  <a:srgbClr val="888888"/>
                </a:solidFill>
                <a:latin typeface="Calibri"/>
                <a:ea typeface="Calibri"/>
                <a:cs typeface="Calibri"/>
                <a:sym typeface="Calibri"/>
              </a:defRPr>
            </a:lvl3pPr>
            <a:lvl4pPr marL="0" marR="0" lvl="3" indent="0" algn="r" rtl="0">
              <a:spcBef>
                <a:spcPts val="0"/>
              </a:spcBef>
              <a:buNone/>
              <a:defRPr sz="1200">
                <a:solidFill>
                  <a:srgbClr val="888888"/>
                </a:solidFill>
                <a:latin typeface="Calibri"/>
                <a:ea typeface="Calibri"/>
                <a:cs typeface="Calibri"/>
                <a:sym typeface="Calibri"/>
              </a:defRPr>
            </a:lvl4pPr>
            <a:lvl5pPr marL="0" marR="0" lvl="4" indent="0" algn="r" rtl="0">
              <a:spcBef>
                <a:spcPts val="0"/>
              </a:spcBef>
              <a:buNone/>
              <a:defRPr sz="1200">
                <a:solidFill>
                  <a:srgbClr val="888888"/>
                </a:solidFill>
                <a:latin typeface="Calibri"/>
                <a:ea typeface="Calibri"/>
                <a:cs typeface="Calibri"/>
                <a:sym typeface="Calibri"/>
              </a:defRPr>
            </a:lvl5pPr>
            <a:lvl6pPr marL="0" marR="0" lvl="5" indent="0" algn="r" rtl="0">
              <a:spcBef>
                <a:spcPts val="0"/>
              </a:spcBef>
              <a:buNone/>
              <a:defRPr sz="1200">
                <a:solidFill>
                  <a:srgbClr val="888888"/>
                </a:solidFill>
                <a:latin typeface="Calibri"/>
                <a:ea typeface="Calibri"/>
                <a:cs typeface="Calibri"/>
                <a:sym typeface="Calibri"/>
              </a:defRPr>
            </a:lvl6pPr>
            <a:lvl7pPr marL="0" marR="0" lvl="6" indent="0" algn="r" rtl="0">
              <a:spcBef>
                <a:spcPts val="0"/>
              </a:spcBef>
              <a:buNone/>
              <a:defRPr sz="1200">
                <a:solidFill>
                  <a:srgbClr val="888888"/>
                </a:solidFill>
                <a:latin typeface="Calibri"/>
                <a:ea typeface="Calibri"/>
                <a:cs typeface="Calibri"/>
                <a:sym typeface="Calibri"/>
              </a:defRPr>
            </a:lvl7pPr>
            <a:lvl8pPr marL="0" marR="0" lvl="7" indent="0" algn="r" rtl="0">
              <a:spcBef>
                <a:spcPts val="0"/>
              </a:spcBef>
              <a:buNone/>
              <a:defRPr sz="1200">
                <a:solidFill>
                  <a:srgbClr val="888888"/>
                </a:solidFill>
                <a:latin typeface="Calibri"/>
                <a:ea typeface="Calibri"/>
                <a:cs typeface="Calibri"/>
                <a:sym typeface="Calibri"/>
              </a:defRPr>
            </a:lvl8pPr>
            <a:lvl9pPr marL="0" marR="0" lvl="8" indent="0" algn="r" rtl="0">
              <a:spcBef>
                <a:spcPts val="0"/>
              </a:spcBef>
              <a:buNone/>
              <a:defRPr sz="1200">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Title and Vertical Text" type="vertTx">
  <p:cSld name="VERTICAL_TEXT">
    <p:spTree>
      <p:nvGrpSpPr>
        <p:cNvPr id="1" name="Shape 72"/>
        <p:cNvGrpSpPr/>
        <p:nvPr/>
      </p:nvGrpSpPr>
      <p:grpSpPr>
        <a:xfrm>
          <a:off x="0" y="0"/>
          <a:ext cx="0" cy="0"/>
          <a:chOff x="0" y="0"/>
          <a:chExt cx="0" cy="0"/>
        </a:xfrm>
      </p:grpSpPr>
      <p:sp>
        <p:nvSpPr>
          <p:cNvPr id="73" name="Google Shape;73;p11"/>
          <p:cNvSpPr txBox="1">
            <a:spLocks noGrp="1"/>
          </p:cNvSpPr>
          <p:nvPr>
            <p:ph type="title"/>
          </p:nvPr>
        </p:nvSpPr>
        <p:spPr>
          <a:xfrm>
            <a:off x="838200" y="365125"/>
            <a:ext cx="10515600" cy="1325563"/>
          </a:xfrm>
          <a:prstGeom prst="rect">
            <a:avLst/>
          </a:prstGeom>
          <a:noFill/>
          <a:ln>
            <a:noFill/>
          </a:ln>
        </p:spPr>
        <p:txBody>
          <a:bodyPr spcFirstLastPara="1" wrap="square" lIns="91425" tIns="91425" rIns="91425" bIns="91425" anchor="ctr" anchorCtr="0">
            <a:noAutofit/>
          </a:bodyPr>
          <a:lstStyle>
            <a:lvl1pPr marR="0" lvl="0" algn="l" rtl="0">
              <a:lnSpc>
                <a:spcPct val="90000"/>
              </a:lnSpc>
              <a:spcBef>
                <a:spcPts val="0"/>
              </a:spcBef>
              <a:spcAft>
                <a:spcPts val="0"/>
              </a:spcAft>
              <a:buClr>
                <a:schemeClr val="dk1"/>
              </a:buClr>
              <a:buSzPts val="4400"/>
              <a:buFont typeface="Calibri"/>
              <a:buNone/>
              <a:defRPr sz="44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74" name="Google Shape;74;p11"/>
          <p:cNvSpPr txBox="1">
            <a:spLocks noGrp="1"/>
          </p:cNvSpPr>
          <p:nvPr>
            <p:ph type="body" idx="1"/>
          </p:nvPr>
        </p:nvSpPr>
        <p:spPr>
          <a:xfrm rot="5400000">
            <a:off x="3920331" y="-1256506"/>
            <a:ext cx="4351338" cy="10515600"/>
          </a:xfrm>
          <a:prstGeom prst="rect">
            <a:avLst/>
          </a:prstGeom>
          <a:noFill/>
          <a:ln>
            <a:noFill/>
          </a:ln>
        </p:spPr>
        <p:txBody>
          <a:bodyPr spcFirstLastPara="1" wrap="square" lIns="91425" tIns="91425" rIns="91425" bIns="91425" anchor="t" anchorCtr="0">
            <a:noAutofit/>
          </a:bodyPr>
          <a:lstStyle>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75" name="Google Shape;75;p11"/>
          <p:cNvSpPr txBox="1">
            <a:spLocks noGrp="1"/>
          </p:cNvSpPr>
          <p:nvPr>
            <p:ph type="dt" idx="10"/>
          </p:nvPr>
        </p:nvSpPr>
        <p:spPr>
          <a:xfrm>
            <a:off x="838200" y="6356350"/>
            <a:ext cx="2743200" cy="365125"/>
          </a:xfrm>
          <a:prstGeom prst="rect">
            <a:avLst/>
          </a:prstGeom>
          <a:noFill/>
          <a:ln>
            <a:noFill/>
          </a:ln>
        </p:spPr>
        <p:txBody>
          <a:bodyPr spcFirstLastPara="1" wrap="square" lIns="91425" tIns="91425" rIns="91425" bIns="91425" anchor="ctr" anchorCtr="0">
            <a:noAutofit/>
          </a:bodyPr>
          <a:lstStyle>
            <a:lvl1pPr marR="0" lvl="0" algn="l"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76" name="Google Shape;76;p11"/>
          <p:cNvSpPr txBox="1">
            <a:spLocks noGrp="1"/>
          </p:cNvSpPr>
          <p:nvPr>
            <p:ph type="ftr" idx="11"/>
          </p:nvPr>
        </p:nvSpPr>
        <p:spPr>
          <a:xfrm>
            <a:off x="4038600" y="6356350"/>
            <a:ext cx="4114800" cy="365125"/>
          </a:xfrm>
          <a:prstGeom prst="rect">
            <a:avLst/>
          </a:prstGeom>
          <a:noFill/>
          <a:ln>
            <a:noFill/>
          </a:ln>
        </p:spPr>
        <p:txBody>
          <a:bodyPr spcFirstLastPara="1" wrap="square" lIns="91425" tIns="91425" rIns="91425" bIns="91425" anchor="ctr" anchorCtr="0">
            <a:noAutofit/>
          </a:bodyPr>
          <a:lstStyle>
            <a:lvl1pPr marR="0" lvl="0" algn="ctr"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77" name="Google Shape;77;p11"/>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a:solidFill>
                  <a:srgbClr val="888888"/>
                </a:solidFill>
                <a:latin typeface="Calibri"/>
                <a:ea typeface="Calibri"/>
                <a:cs typeface="Calibri"/>
                <a:sym typeface="Calibri"/>
              </a:defRPr>
            </a:lvl1pPr>
            <a:lvl2pPr marL="0" marR="0" lvl="1" indent="0" algn="r" rtl="0">
              <a:spcBef>
                <a:spcPts val="0"/>
              </a:spcBef>
              <a:buNone/>
              <a:defRPr sz="1200">
                <a:solidFill>
                  <a:srgbClr val="888888"/>
                </a:solidFill>
                <a:latin typeface="Calibri"/>
                <a:ea typeface="Calibri"/>
                <a:cs typeface="Calibri"/>
                <a:sym typeface="Calibri"/>
              </a:defRPr>
            </a:lvl2pPr>
            <a:lvl3pPr marL="0" marR="0" lvl="2" indent="0" algn="r" rtl="0">
              <a:spcBef>
                <a:spcPts val="0"/>
              </a:spcBef>
              <a:buNone/>
              <a:defRPr sz="1200">
                <a:solidFill>
                  <a:srgbClr val="888888"/>
                </a:solidFill>
                <a:latin typeface="Calibri"/>
                <a:ea typeface="Calibri"/>
                <a:cs typeface="Calibri"/>
                <a:sym typeface="Calibri"/>
              </a:defRPr>
            </a:lvl3pPr>
            <a:lvl4pPr marL="0" marR="0" lvl="3" indent="0" algn="r" rtl="0">
              <a:spcBef>
                <a:spcPts val="0"/>
              </a:spcBef>
              <a:buNone/>
              <a:defRPr sz="1200">
                <a:solidFill>
                  <a:srgbClr val="888888"/>
                </a:solidFill>
                <a:latin typeface="Calibri"/>
                <a:ea typeface="Calibri"/>
                <a:cs typeface="Calibri"/>
                <a:sym typeface="Calibri"/>
              </a:defRPr>
            </a:lvl4pPr>
            <a:lvl5pPr marL="0" marR="0" lvl="4" indent="0" algn="r" rtl="0">
              <a:spcBef>
                <a:spcPts val="0"/>
              </a:spcBef>
              <a:buNone/>
              <a:defRPr sz="1200">
                <a:solidFill>
                  <a:srgbClr val="888888"/>
                </a:solidFill>
                <a:latin typeface="Calibri"/>
                <a:ea typeface="Calibri"/>
                <a:cs typeface="Calibri"/>
                <a:sym typeface="Calibri"/>
              </a:defRPr>
            </a:lvl5pPr>
            <a:lvl6pPr marL="0" marR="0" lvl="5" indent="0" algn="r" rtl="0">
              <a:spcBef>
                <a:spcPts val="0"/>
              </a:spcBef>
              <a:buNone/>
              <a:defRPr sz="1200">
                <a:solidFill>
                  <a:srgbClr val="888888"/>
                </a:solidFill>
                <a:latin typeface="Calibri"/>
                <a:ea typeface="Calibri"/>
                <a:cs typeface="Calibri"/>
                <a:sym typeface="Calibri"/>
              </a:defRPr>
            </a:lvl6pPr>
            <a:lvl7pPr marL="0" marR="0" lvl="6" indent="0" algn="r" rtl="0">
              <a:spcBef>
                <a:spcPts val="0"/>
              </a:spcBef>
              <a:buNone/>
              <a:defRPr sz="1200">
                <a:solidFill>
                  <a:srgbClr val="888888"/>
                </a:solidFill>
                <a:latin typeface="Calibri"/>
                <a:ea typeface="Calibri"/>
                <a:cs typeface="Calibri"/>
                <a:sym typeface="Calibri"/>
              </a:defRPr>
            </a:lvl7pPr>
            <a:lvl8pPr marL="0" marR="0" lvl="7" indent="0" algn="r" rtl="0">
              <a:spcBef>
                <a:spcPts val="0"/>
              </a:spcBef>
              <a:buNone/>
              <a:defRPr sz="1200">
                <a:solidFill>
                  <a:srgbClr val="888888"/>
                </a:solidFill>
                <a:latin typeface="Calibri"/>
                <a:ea typeface="Calibri"/>
                <a:cs typeface="Calibri"/>
                <a:sym typeface="Calibri"/>
              </a:defRPr>
            </a:lvl8pPr>
            <a:lvl9pPr marL="0" marR="0" lvl="8" indent="0" algn="r" rtl="0">
              <a:spcBef>
                <a:spcPts val="0"/>
              </a:spcBef>
              <a:buNone/>
              <a:defRPr sz="1200">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Vertical Title and Text" type="vertTitleAndTx">
  <p:cSld name="VERTICAL_TITLE_AND_VERTICAL_TEXT">
    <p:spTree>
      <p:nvGrpSpPr>
        <p:cNvPr id="1" name="Shape 78"/>
        <p:cNvGrpSpPr/>
        <p:nvPr/>
      </p:nvGrpSpPr>
      <p:grpSpPr>
        <a:xfrm>
          <a:off x="0" y="0"/>
          <a:ext cx="0" cy="0"/>
          <a:chOff x="0" y="0"/>
          <a:chExt cx="0" cy="0"/>
        </a:xfrm>
      </p:grpSpPr>
      <p:sp>
        <p:nvSpPr>
          <p:cNvPr id="79" name="Google Shape;79;p12"/>
          <p:cNvSpPr txBox="1">
            <a:spLocks noGrp="1"/>
          </p:cNvSpPr>
          <p:nvPr>
            <p:ph type="title"/>
          </p:nvPr>
        </p:nvSpPr>
        <p:spPr>
          <a:xfrm rot="5400000">
            <a:off x="7133431" y="1956594"/>
            <a:ext cx="5811838" cy="2628900"/>
          </a:xfrm>
          <a:prstGeom prst="rect">
            <a:avLst/>
          </a:prstGeom>
          <a:noFill/>
          <a:ln>
            <a:noFill/>
          </a:ln>
        </p:spPr>
        <p:txBody>
          <a:bodyPr spcFirstLastPara="1" wrap="square" lIns="91425" tIns="91425" rIns="91425" bIns="91425" anchor="ctr" anchorCtr="0">
            <a:noAutofit/>
          </a:bodyPr>
          <a:lstStyle>
            <a:lvl1pPr marR="0" lvl="0" algn="l" rtl="0">
              <a:lnSpc>
                <a:spcPct val="90000"/>
              </a:lnSpc>
              <a:spcBef>
                <a:spcPts val="0"/>
              </a:spcBef>
              <a:spcAft>
                <a:spcPts val="0"/>
              </a:spcAft>
              <a:buClr>
                <a:schemeClr val="dk1"/>
              </a:buClr>
              <a:buSzPts val="4400"/>
              <a:buFont typeface="Calibri"/>
              <a:buNone/>
              <a:defRPr sz="44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80" name="Google Shape;80;p12"/>
          <p:cNvSpPr txBox="1">
            <a:spLocks noGrp="1"/>
          </p:cNvSpPr>
          <p:nvPr>
            <p:ph type="body" idx="1"/>
          </p:nvPr>
        </p:nvSpPr>
        <p:spPr>
          <a:xfrm rot="5400000">
            <a:off x="1799431" y="-596106"/>
            <a:ext cx="5811838" cy="7734300"/>
          </a:xfrm>
          <a:prstGeom prst="rect">
            <a:avLst/>
          </a:prstGeom>
          <a:noFill/>
          <a:ln>
            <a:noFill/>
          </a:ln>
        </p:spPr>
        <p:txBody>
          <a:bodyPr spcFirstLastPara="1" wrap="square" lIns="91425" tIns="91425" rIns="91425" bIns="91425" anchor="t" anchorCtr="0">
            <a:noAutofit/>
          </a:bodyPr>
          <a:lstStyle>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81" name="Google Shape;81;p12"/>
          <p:cNvSpPr txBox="1">
            <a:spLocks noGrp="1"/>
          </p:cNvSpPr>
          <p:nvPr>
            <p:ph type="dt" idx="10"/>
          </p:nvPr>
        </p:nvSpPr>
        <p:spPr>
          <a:xfrm>
            <a:off x="838200" y="6356350"/>
            <a:ext cx="2743200" cy="365125"/>
          </a:xfrm>
          <a:prstGeom prst="rect">
            <a:avLst/>
          </a:prstGeom>
          <a:noFill/>
          <a:ln>
            <a:noFill/>
          </a:ln>
        </p:spPr>
        <p:txBody>
          <a:bodyPr spcFirstLastPara="1" wrap="square" lIns="91425" tIns="91425" rIns="91425" bIns="91425" anchor="ctr" anchorCtr="0">
            <a:noAutofit/>
          </a:bodyPr>
          <a:lstStyle>
            <a:lvl1pPr marR="0" lvl="0" algn="l"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82" name="Google Shape;82;p12"/>
          <p:cNvSpPr txBox="1">
            <a:spLocks noGrp="1"/>
          </p:cNvSpPr>
          <p:nvPr>
            <p:ph type="ftr" idx="11"/>
          </p:nvPr>
        </p:nvSpPr>
        <p:spPr>
          <a:xfrm>
            <a:off x="4038600" y="6356350"/>
            <a:ext cx="4114800" cy="365125"/>
          </a:xfrm>
          <a:prstGeom prst="rect">
            <a:avLst/>
          </a:prstGeom>
          <a:noFill/>
          <a:ln>
            <a:noFill/>
          </a:ln>
        </p:spPr>
        <p:txBody>
          <a:bodyPr spcFirstLastPara="1" wrap="square" lIns="91425" tIns="91425" rIns="91425" bIns="91425" anchor="ctr" anchorCtr="0">
            <a:noAutofit/>
          </a:bodyPr>
          <a:lstStyle>
            <a:lvl1pPr marR="0" lvl="0" algn="ctr"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83" name="Google Shape;83;p12"/>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a:solidFill>
                  <a:srgbClr val="888888"/>
                </a:solidFill>
                <a:latin typeface="Calibri"/>
                <a:ea typeface="Calibri"/>
                <a:cs typeface="Calibri"/>
                <a:sym typeface="Calibri"/>
              </a:defRPr>
            </a:lvl1pPr>
            <a:lvl2pPr marL="0" marR="0" lvl="1" indent="0" algn="r" rtl="0">
              <a:spcBef>
                <a:spcPts val="0"/>
              </a:spcBef>
              <a:buNone/>
              <a:defRPr sz="1200">
                <a:solidFill>
                  <a:srgbClr val="888888"/>
                </a:solidFill>
                <a:latin typeface="Calibri"/>
                <a:ea typeface="Calibri"/>
                <a:cs typeface="Calibri"/>
                <a:sym typeface="Calibri"/>
              </a:defRPr>
            </a:lvl2pPr>
            <a:lvl3pPr marL="0" marR="0" lvl="2" indent="0" algn="r" rtl="0">
              <a:spcBef>
                <a:spcPts val="0"/>
              </a:spcBef>
              <a:buNone/>
              <a:defRPr sz="1200">
                <a:solidFill>
                  <a:srgbClr val="888888"/>
                </a:solidFill>
                <a:latin typeface="Calibri"/>
                <a:ea typeface="Calibri"/>
                <a:cs typeface="Calibri"/>
                <a:sym typeface="Calibri"/>
              </a:defRPr>
            </a:lvl3pPr>
            <a:lvl4pPr marL="0" marR="0" lvl="3" indent="0" algn="r" rtl="0">
              <a:spcBef>
                <a:spcPts val="0"/>
              </a:spcBef>
              <a:buNone/>
              <a:defRPr sz="1200">
                <a:solidFill>
                  <a:srgbClr val="888888"/>
                </a:solidFill>
                <a:latin typeface="Calibri"/>
                <a:ea typeface="Calibri"/>
                <a:cs typeface="Calibri"/>
                <a:sym typeface="Calibri"/>
              </a:defRPr>
            </a:lvl4pPr>
            <a:lvl5pPr marL="0" marR="0" lvl="4" indent="0" algn="r" rtl="0">
              <a:spcBef>
                <a:spcPts val="0"/>
              </a:spcBef>
              <a:buNone/>
              <a:defRPr sz="1200">
                <a:solidFill>
                  <a:srgbClr val="888888"/>
                </a:solidFill>
                <a:latin typeface="Calibri"/>
                <a:ea typeface="Calibri"/>
                <a:cs typeface="Calibri"/>
                <a:sym typeface="Calibri"/>
              </a:defRPr>
            </a:lvl5pPr>
            <a:lvl6pPr marL="0" marR="0" lvl="5" indent="0" algn="r" rtl="0">
              <a:spcBef>
                <a:spcPts val="0"/>
              </a:spcBef>
              <a:buNone/>
              <a:defRPr sz="1200">
                <a:solidFill>
                  <a:srgbClr val="888888"/>
                </a:solidFill>
                <a:latin typeface="Calibri"/>
                <a:ea typeface="Calibri"/>
                <a:cs typeface="Calibri"/>
                <a:sym typeface="Calibri"/>
              </a:defRPr>
            </a:lvl6pPr>
            <a:lvl7pPr marL="0" marR="0" lvl="6" indent="0" algn="r" rtl="0">
              <a:spcBef>
                <a:spcPts val="0"/>
              </a:spcBef>
              <a:buNone/>
              <a:defRPr sz="1200">
                <a:solidFill>
                  <a:srgbClr val="888888"/>
                </a:solidFill>
                <a:latin typeface="Calibri"/>
                <a:ea typeface="Calibri"/>
                <a:cs typeface="Calibri"/>
                <a:sym typeface="Calibri"/>
              </a:defRPr>
            </a:lvl7pPr>
            <a:lvl8pPr marL="0" marR="0" lvl="7" indent="0" algn="r" rtl="0">
              <a:spcBef>
                <a:spcPts val="0"/>
              </a:spcBef>
              <a:buNone/>
              <a:defRPr sz="1200">
                <a:solidFill>
                  <a:srgbClr val="888888"/>
                </a:solidFill>
                <a:latin typeface="Calibri"/>
                <a:ea typeface="Calibri"/>
                <a:cs typeface="Calibri"/>
                <a:sym typeface="Calibri"/>
              </a:defRPr>
            </a:lvl8pPr>
            <a:lvl9pPr marL="0" marR="0" lvl="8" indent="0" algn="r" rtl="0">
              <a:spcBef>
                <a:spcPts val="0"/>
              </a:spcBef>
              <a:buNone/>
              <a:defRPr sz="1200">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9"/>
        <p:cNvGrpSpPr/>
        <p:nvPr/>
      </p:nvGrpSpPr>
      <p:grpSpPr>
        <a:xfrm>
          <a:off x="0" y="0"/>
          <a:ext cx="0" cy="0"/>
          <a:chOff x="0" y="0"/>
          <a:chExt cx="0" cy="0"/>
        </a:xfrm>
      </p:grpSpPr>
      <p:sp>
        <p:nvSpPr>
          <p:cNvPr id="10" name="Google Shape;10;p1"/>
          <p:cNvSpPr txBox="1">
            <a:spLocks noGrp="1"/>
          </p:cNvSpPr>
          <p:nvPr>
            <p:ph type="title"/>
          </p:nvPr>
        </p:nvSpPr>
        <p:spPr>
          <a:xfrm>
            <a:off x="838200" y="365125"/>
            <a:ext cx="10515600" cy="1325563"/>
          </a:xfrm>
          <a:prstGeom prst="rect">
            <a:avLst/>
          </a:prstGeom>
          <a:noFill/>
          <a:ln>
            <a:noFill/>
          </a:ln>
        </p:spPr>
        <p:txBody>
          <a:bodyPr spcFirstLastPara="1" wrap="square" lIns="91425" tIns="91425" rIns="91425" bIns="91425" anchor="ctr" anchorCtr="0">
            <a:noAutofit/>
          </a:bodyPr>
          <a:lstStyle>
            <a:lvl1pPr marR="0" lvl="0" algn="l" rtl="0">
              <a:lnSpc>
                <a:spcPct val="90000"/>
              </a:lnSpc>
              <a:spcBef>
                <a:spcPts val="0"/>
              </a:spcBef>
              <a:spcAft>
                <a:spcPts val="0"/>
              </a:spcAft>
              <a:buClr>
                <a:schemeClr val="dk1"/>
              </a:buClr>
              <a:buSzPts val="4400"/>
              <a:buFont typeface="Calibri"/>
              <a:buNone/>
              <a:defRPr sz="44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11" name="Google Shape;11;p1"/>
          <p:cNvSpPr txBox="1">
            <a:spLocks noGrp="1"/>
          </p:cNvSpPr>
          <p:nvPr>
            <p:ph type="body" idx="1"/>
          </p:nvPr>
        </p:nvSpPr>
        <p:spPr>
          <a:xfrm>
            <a:off x="838200" y="1825625"/>
            <a:ext cx="10515600" cy="4351338"/>
          </a:xfrm>
          <a:prstGeom prst="rect">
            <a:avLst/>
          </a:prstGeom>
          <a:noFill/>
          <a:ln>
            <a:noFill/>
          </a:ln>
        </p:spPr>
        <p:txBody>
          <a:bodyPr spcFirstLastPara="1" wrap="square" lIns="91425" tIns="91425" rIns="91425" bIns="91425" anchor="t" anchorCtr="0">
            <a:noAutofit/>
          </a:bodyPr>
          <a:lstStyle>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12" name="Google Shape;12;p1"/>
          <p:cNvSpPr txBox="1">
            <a:spLocks noGrp="1"/>
          </p:cNvSpPr>
          <p:nvPr>
            <p:ph type="dt" idx="10"/>
          </p:nvPr>
        </p:nvSpPr>
        <p:spPr>
          <a:xfrm>
            <a:off x="838200" y="6356350"/>
            <a:ext cx="2743200" cy="365125"/>
          </a:xfrm>
          <a:prstGeom prst="rect">
            <a:avLst/>
          </a:prstGeom>
          <a:noFill/>
          <a:ln>
            <a:noFill/>
          </a:ln>
        </p:spPr>
        <p:txBody>
          <a:bodyPr spcFirstLastPara="1" wrap="square" lIns="91425" tIns="91425" rIns="91425" bIns="91425" anchor="ctr" anchorCtr="0">
            <a:noAutofit/>
          </a:bodyPr>
          <a:lstStyle>
            <a:lvl1pPr marR="0" lvl="0" algn="l" rtl="0">
              <a:spcBef>
                <a:spcPts val="0"/>
              </a:spcBef>
              <a:spcAft>
                <a:spcPts val="0"/>
              </a:spcAft>
              <a:buSzPts val="1400"/>
              <a:buNone/>
              <a:defRPr sz="1200" b="0" i="0" u="none" strike="noStrike" cap="none">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13" name="Google Shape;13;p1"/>
          <p:cNvSpPr txBox="1">
            <a:spLocks noGrp="1"/>
          </p:cNvSpPr>
          <p:nvPr>
            <p:ph type="ftr" idx="11"/>
          </p:nvPr>
        </p:nvSpPr>
        <p:spPr>
          <a:xfrm>
            <a:off x="4038600" y="6356350"/>
            <a:ext cx="4114800" cy="365125"/>
          </a:xfrm>
          <a:prstGeom prst="rect">
            <a:avLst/>
          </a:prstGeom>
          <a:noFill/>
          <a:ln>
            <a:noFill/>
          </a:ln>
        </p:spPr>
        <p:txBody>
          <a:bodyPr spcFirstLastPara="1" wrap="square" lIns="91425" tIns="91425" rIns="91425" bIns="91425" anchor="ctr" anchorCtr="0">
            <a:noAutofit/>
          </a:bodyPr>
          <a:lstStyle>
            <a:lvl1pPr marR="0" lvl="0" algn="ctr" rtl="0">
              <a:spcBef>
                <a:spcPts val="0"/>
              </a:spcBef>
              <a:spcAft>
                <a:spcPts val="0"/>
              </a:spcAft>
              <a:buSzPts val="1400"/>
              <a:buNone/>
              <a:defRPr sz="1200" b="0" i="0" u="none" strike="noStrike" cap="none">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14" name="Google Shape;14;p1"/>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b="0" i="0" u="none" strike="noStrike" cap="none">
                <a:solidFill>
                  <a:srgbClr val="888888"/>
                </a:solidFill>
                <a:latin typeface="Calibri"/>
                <a:ea typeface="Calibri"/>
                <a:cs typeface="Calibri"/>
                <a:sym typeface="Calibri"/>
              </a:defRPr>
            </a:lvl1pPr>
            <a:lvl2pPr marL="0" marR="0" lvl="1" indent="0" algn="r" rtl="0">
              <a:spcBef>
                <a:spcPts val="0"/>
              </a:spcBef>
              <a:buNone/>
              <a:defRPr sz="1200" b="0" i="0" u="none" strike="noStrike" cap="none">
                <a:solidFill>
                  <a:srgbClr val="888888"/>
                </a:solidFill>
                <a:latin typeface="Calibri"/>
                <a:ea typeface="Calibri"/>
                <a:cs typeface="Calibri"/>
                <a:sym typeface="Calibri"/>
              </a:defRPr>
            </a:lvl2pPr>
            <a:lvl3pPr marL="0" marR="0" lvl="2" indent="0" algn="r" rtl="0">
              <a:spcBef>
                <a:spcPts val="0"/>
              </a:spcBef>
              <a:buNone/>
              <a:defRPr sz="1200" b="0" i="0" u="none" strike="noStrike" cap="none">
                <a:solidFill>
                  <a:srgbClr val="888888"/>
                </a:solidFill>
                <a:latin typeface="Calibri"/>
                <a:ea typeface="Calibri"/>
                <a:cs typeface="Calibri"/>
                <a:sym typeface="Calibri"/>
              </a:defRPr>
            </a:lvl3pPr>
            <a:lvl4pPr marL="0" marR="0" lvl="3" indent="0" algn="r" rtl="0">
              <a:spcBef>
                <a:spcPts val="0"/>
              </a:spcBef>
              <a:buNone/>
              <a:defRPr sz="1200" b="0" i="0" u="none" strike="noStrike" cap="none">
                <a:solidFill>
                  <a:srgbClr val="888888"/>
                </a:solidFill>
                <a:latin typeface="Calibri"/>
                <a:ea typeface="Calibri"/>
                <a:cs typeface="Calibri"/>
                <a:sym typeface="Calibri"/>
              </a:defRPr>
            </a:lvl4pPr>
            <a:lvl5pPr marL="0" marR="0" lvl="4" indent="0" algn="r" rtl="0">
              <a:spcBef>
                <a:spcPts val="0"/>
              </a:spcBef>
              <a:buNone/>
              <a:defRPr sz="1200" b="0" i="0" u="none" strike="noStrike" cap="none">
                <a:solidFill>
                  <a:srgbClr val="888888"/>
                </a:solidFill>
                <a:latin typeface="Calibri"/>
                <a:ea typeface="Calibri"/>
                <a:cs typeface="Calibri"/>
                <a:sym typeface="Calibri"/>
              </a:defRPr>
            </a:lvl5pPr>
            <a:lvl6pPr marL="0" marR="0" lvl="5" indent="0" algn="r" rtl="0">
              <a:spcBef>
                <a:spcPts val="0"/>
              </a:spcBef>
              <a:buNone/>
              <a:defRPr sz="1200" b="0" i="0" u="none" strike="noStrike" cap="none">
                <a:solidFill>
                  <a:srgbClr val="888888"/>
                </a:solidFill>
                <a:latin typeface="Calibri"/>
                <a:ea typeface="Calibri"/>
                <a:cs typeface="Calibri"/>
                <a:sym typeface="Calibri"/>
              </a:defRPr>
            </a:lvl6pPr>
            <a:lvl7pPr marL="0" marR="0" lvl="6" indent="0" algn="r" rtl="0">
              <a:spcBef>
                <a:spcPts val="0"/>
              </a:spcBef>
              <a:buNone/>
              <a:defRPr sz="1200" b="0" i="0" u="none" strike="noStrike" cap="none">
                <a:solidFill>
                  <a:srgbClr val="888888"/>
                </a:solidFill>
                <a:latin typeface="Calibri"/>
                <a:ea typeface="Calibri"/>
                <a:cs typeface="Calibri"/>
                <a:sym typeface="Calibri"/>
              </a:defRPr>
            </a:lvl7pPr>
            <a:lvl8pPr marL="0" marR="0" lvl="7" indent="0" algn="r" rtl="0">
              <a:spcBef>
                <a:spcPts val="0"/>
              </a:spcBef>
              <a:buNone/>
              <a:defRPr sz="1200" b="0" i="0" u="none" strike="noStrike" cap="none">
                <a:solidFill>
                  <a:srgbClr val="888888"/>
                </a:solidFill>
                <a:latin typeface="Calibri"/>
                <a:ea typeface="Calibri"/>
                <a:cs typeface="Calibri"/>
                <a:sym typeface="Calibri"/>
              </a:defRPr>
            </a:lvl8pPr>
            <a:lvl9pPr marL="0" marR="0" lvl="8" indent="0" algn="r" rtl="0">
              <a:spcBef>
                <a:spcPts val="0"/>
              </a:spcBef>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 bg1="lt1" tx1="dk1" bg2="dk2" tx2="lt2" accent1="accent1" accent2="accent2" accent3="accent3" accent4="accent4" accent5="accent5" accent6="accent6" hlink="hlink" folHlink="fol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xml"/><Relationship Id="rId1" Type="http://schemas.openxmlformats.org/officeDocument/2006/relationships/slideLayout" Target="../slideLayouts/slideLayout1.xml"/><Relationship Id="rId6" Type="http://schemas.openxmlformats.org/officeDocument/2006/relationships/image" Target="../media/image4.png"/><Relationship Id="rId5" Type="http://schemas.openxmlformats.org/officeDocument/2006/relationships/image" Target="../media/image3.png"/><Relationship Id="rId4" Type="http://schemas.openxmlformats.org/officeDocument/2006/relationships/image" Target="../media/image2.png"/></Relationships>
</file>

<file path=ppt/slides/_rels/slide15.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3" Type="http://schemas.openxmlformats.org/officeDocument/2006/relationships/hyperlink" Target="https://stattrek.com/chi-square-test/goodness-of-fit.aspx" TargetMode="External"/><Relationship Id="rId2" Type="http://schemas.openxmlformats.org/officeDocument/2006/relationships/notesSlide" Target="../notesSlides/notesSlide5.xml"/><Relationship Id="rId1" Type="http://schemas.openxmlformats.org/officeDocument/2006/relationships/slideLayout" Target="../slideLayouts/slideLayout1.xml"/><Relationship Id="rId4" Type="http://schemas.openxmlformats.org/officeDocument/2006/relationships/image" Target="../media/image6.png"/></Relationships>
</file>

<file path=ppt/slides/_rels/slide18.xml.rels><?xml version="1.0" encoding="UTF-8" standalone="yes"?>
<Relationships xmlns="http://schemas.openxmlformats.org/package/2006/relationships"><Relationship Id="rId3" Type="http://schemas.openxmlformats.org/officeDocument/2006/relationships/hyperlink" Target="https://stattrek.com/chi-square-test/goodness-of-fit.aspx" TargetMode="External"/><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97FF3915-155C-654B-9482-71A1ADB58F39}"/>
              </a:ext>
            </a:extLst>
          </p:cNvPr>
          <p:cNvSpPr txBox="1"/>
          <p:nvPr/>
        </p:nvSpPr>
        <p:spPr>
          <a:xfrm>
            <a:off x="157655" y="165651"/>
            <a:ext cx="3920359" cy="461665"/>
          </a:xfrm>
          <a:prstGeom prst="rect">
            <a:avLst/>
          </a:prstGeom>
          <a:noFill/>
        </p:spPr>
        <p:txBody>
          <a:bodyPr wrap="square" rtlCol="0">
            <a:spAutoFit/>
          </a:bodyPr>
          <a:lstStyle/>
          <a:p>
            <a:r>
              <a:rPr lang="en-US" sz="2400" b="1" dirty="0"/>
              <a:t>Probability &amp; Statistics</a:t>
            </a:r>
          </a:p>
        </p:txBody>
      </p:sp>
      <p:sp>
        <p:nvSpPr>
          <p:cNvPr id="5" name="TextBox 4">
            <a:extLst>
              <a:ext uri="{FF2B5EF4-FFF2-40B4-BE49-F238E27FC236}">
                <a16:creationId xmlns:a16="http://schemas.microsoft.com/office/drawing/2014/main" id="{0B4D9DED-88C7-6644-AF6D-10C72AB27353}"/>
              </a:ext>
            </a:extLst>
          </p:cNvPr>
          <p:cNvSpPr txBox="1"/>
          <p:nvPr/>
        </p:nvSpPr>
        <p:spPr>
          <a:xfrm>
            <a:off x="157655" y="998483"/>
            <a:ext cx="5549462" cy="5693866"/>
          </a:xfrm>
          <a:prstGeom prst="rect">
            <a:avLst/>
          </a:prstGeom>
          <a:noFill/>
        </p:spPr>
        <p:txBody>
          <a:bodyPr wrap="square" rtlCol="0">
            <a:spAutoFit/>
          </a:bodyPr>
          <a:lstStyle/>
          <a:p>
            <a:r>
              <a:rPr lang="en-US" dirty="0"/>
              <a:t>Books on probability and statistics</a:t>
            </a:r>
          </a:p>
          <a:p>
            <a:r>
              <a:rPr lang="en-US" dirty="0"/>
              <a:t>    https://</a:t>
            </a:r>
            <a:r>
              <a:rPr lang="en-US" dirty="0" err="1"/>
              <a:t>www.quora.com</a:t>
            </a:r>
            <a:r>
              <a:rPr lang="en-US" dirty="0"/>
              <a:t>/What-are-some-good-books-for-learning-probability-and-statistics</a:t>
            </a:r>
          </a:p>
          <a:p>
            <a:endParaRPr lang="en-US" dirty="0"/>
          </a:p>
          <a:p>
            <a:r>
              <a:rPr lang="en-US" dirty="0"/>
              <a:t>Introduction to Probability Theory</a:t>
            </a:r>
          </a:p>
          <a:p>
            <a:endParaRPr lang="en-US" dirty="0"/>
          </a:p>
          <a:p>
            <a:r>
              <a:rPr lang="en-US" dirty="0"/>
              <a:t>Probability Definitions</a:t>
            </a:r>
          </a:p>
          <a:p>
            <a:r>
              <a:rPr lang="en-US" dirty="0"/>
              <a:t>Probability of an event is the measure of the likelihood that </a:t>
            </a:r>
          </a:p>
          <a:p>
            <a:r>
              <a:rPr lang="en-US" dirty="0"/>
              <a:t>the event will occur (in some experiment). </a:t>
            </a:r>
          </a:p>
          <a:p>
            <a:endParaRPr lang="en-US" dirty="0"/>
          </a:p>
          <a:p>
            <a:r>
              <a:rPr lang="en-US" dirty="0"/>
              <a:t>Probability is a number between 0 and 1. </a:t>
            </a:r>
          </a:p>
          <a:p>
            <a:r>
              <a:rPr lang="en-US" dirty="0"/>
              <a:t>But sometimes people express probability using </a:t>
            </a:r>
            <a:r>
              <a:rPr lang="en-US" dirty="0" err="1"/>
              <a:t>percents</a:t>
            </a:r>
            <a:r>
              <a:rPr lang="en-US" dirty="0"/>
              <a:t>.</a:t>
            </a:r>
          </a:p>
          <a:p>
            <a:endParaRPr lang="en-US" dirty="0"/>
          </a:p>
          <a:p>
            <a:r>
              <a:rPr lang="en-US" dirty="0"/>
              <a:t>0 – event is impossible</a:t>
            </a:r>
          </a:p>
          <a:p>
            <a:r>
              <a:rPr lang="en-US" dirty="0"/>
              <a:t>0.5 – the event is just as likely to occur as it is to not occur</a:t>
            </a:r>
          </a:p>
          <a:p>
            <a:r>
              <a:rPr lang="en-US" dirty="0"/>
              <a:t>1 – event will certainly happen, 100%.</a:t>
            </a:r>
          </a:p>
          <a:p>
            <a:endParaRPr lang="en-US" dirty="0"/>
          </a:p>
          <a:p>
            <a:r>
              <a:rPr lang="en-US" dirty="0"/>
              <a:t>The sum of probabilities of all outcomes of an experiment </a:t>
            </a:r>
          </a:p>
          <a:p>
            <a:r>
              <a:rPr lang="en-US" dirty="0"/>
              <a:t>should always be 1.</a:t>
            </a:r>
          </a:p>
          <a:p>
            <a:endParaRPr lang="en-US" dirty="0"/>
          </a:p>
          <a:p>
            <a:r>
              <a:rPr lang="en-US" dirty="0"/>
              <a:t>Outcomes can be combinations of individual events.</a:t>
            </a:r>
          </a:p>
          <a:p>
            <a:endParaRPr lang="en-US" dirty="0"/>
          </a:p>
          <a:p>
            <a:r>
              <a:rPr lang="en-US" dirty="0"/>
              <a:t>For example, if we throw one dice cube – there are 6 possible</a:t>
            </a:r>
          </a:p>
          <a:p>
            <a:r>
              <a:rPr lang="en-US" dirty="0"/>
              <a:t>outcomes (1,2,3,4,5,6), each one has same probability – 1/6.</a:t>
            </a:r>
          </a:p>
          <a:p>
            <a:r>
              <a:rPr lang="en-US" dirty="0"/>
              <a:t>If we throw 2 cubes, there are 6*6=36 possible combinations.</a:t>
            </a:r>
          </a:p>
          <a:p>
            <a:r>
              <a:rPr lang="en-US" dirty="0"/>
              <a:t>Probability of each combination is the same – 1/36.</a:t>
            </a:r>
          </a:p>
        </p:txBody>
      </p:sp>
      <p:sp>
        <p:nvSpPr>
          <p:cNvPr id="6" name="TextBox 5">
            <a:extLst>
              <a:ext uri="{FF2B5EF4-FFF2-40B4-BE49-F238E27FC236}">
                <a16:creationId xmlns:a16="http://schemas.microsoft.com/office/drawing/2014/main" id="{114DD0B7-6869-094A-81E2-14D593C7ED9E}"/>
              </a:ext>
            </a:extLst>
          </p:cNvPr>
          <p:cNvSpPr txBox="1"/>
          <p:nvPr/>
        </p:nvSpPr>
        <p:spPr>
          <a:xfrm>
            <a:off x="6096000" y="588579"/>
            <a:ext cx="6096000" cy="5170646"/>
          </a:xfrm>
          <a:prstGeom prst="rect">
            <a:avLst/>
          </a:prstGeom>
          <a:noFill/>
        </p:spPr>
        <p:txBody>
          <a:bodyPr wrap="square" rtlCol="0">
            <a:spAutoFit/>
          </a:bodyPr>
          <a:lstStyle/>
          <a:p>
            <a:r>
              <a:rPr lang="en-US" dirty="0"/>
              <a:t>If we define an outcome as a sum of numbers on top side of </a:t>
            </a:r>
          </a:p>
          <a:p>
            <a:r>
              <a:rPr lang="en-US" dirty="0"/>
              <a:t>cubes after the throw, then there are 11 possible outcomes:</a:t>
            </a:r>
          </a:p>
          <a:p>
            <a:endParaRPr lang="en-US" dirty="0"/>
          </a:p>
          <a:p>
            <a:r>
              <a:rPr lang="en-US" sz="1200" dirty="0">
                <a:solidFill>
                  <a:srgbClr val="0070C0"/>
                </a:solidFill>
                <a:latin typeface="Monaco" pitchFamily="2" charset="77"/>
              </a:rPr>
              <a:t>---------------------------------------------------------</a:t>
            </a:r>
          </a:p>
          <a:p>
            <a:r>
              <a:rPr lang="en-US" sz="1200" dirty="0">
                <a:solidFill>
                  <a:srgbClr val="0070C0"/>
                </a:solidFill>
                <a:latin typeface="Monaco" pitchFamily="2" charset="77"/>
              </a:rPr>
              <a:t>Sum    Combinations             Number of</a:t>
            </a:r>
          </a:p>
          <a:p>
            <a:r>
              <a:rPr lang="en-US" sz="1200" dirty="0">
                <a:solidFill>
                  <a:srgbClr val="0070C0"/>
                </a:solidFill>
                <a:latin typeface="Monaco" pitchFamily="2" charset="77"/>
              </a:rPr>
              <a:t>                                combinations  Probability</a:t>
            </a:r>
          </a:p>
          <a:p>
            <a:r>
              <a:rPr lang="en-US" sz="1200" dirty="0">
                <a:solidFill>
                  <a:srgbClr val="0070C0"/>
                </a:solidFill>
                <a:latin typeface="Monaco" pitchFamily="2" charset="77"/>
              </a:rPr>
              <a:t>---------------------------------------------------------</a:t>
            </a:r>
          </a:p>
          <a:p>
            <a:r>
              <a:rPr lang="en-US" sz="1200" dirty="0">
                <a:solidFill>
                  <a:srgbClr val="0070C0"/>
                </a:solidFill>
                <a:latin typeface="Monaco" pitchFamily="2" charset="77"/>
              </a:rPr>
              <a:t>2      1+1                          1             1/36</a:t>
            </a:r>
          </a:p>
          <a:p>
            <a:r>
              <a:rPr lang="en-US" sz="1200" dirty="0">
                <a:solidFill>
                  <a:srgbClr val="0070C0"/>
                </a:solidFill>
                <a:latin typeface="Monaco" pitchFamily="2" charset="77"/>
              </a:rPr>
              <a:t>3      1+2,2+1                      2             2/36</a:t>
            </a:r>
          </a:p>
          <a:p>
            <a:r>
              <a:rPr lang="en-US" sz="1200" dirty="0">
                <a:solidFill>
                  <a:srgbClr val="0070C0"/>
                </a:solidFill>
                <a:latin typeface="Monaco" pitchFamily="2" charset="77"/>
              </a:rPr>
              <a:t>4      1+3,2+2,3+1                  3             3/36</a:t>
            </a:r>
          </a:p>
          <a:p>
            <a:r>
              <a:rPr lang="en-US" sz="1200" dirty="0">
                <a:solidFill>
                  <a:srgbClr val="0070C0"/>
                </a:solidFill>
                <a:latin typeface="Monaco" pitchFamily="2" charset="77"/>
              </a:rPr>
              <a:t>5      1+4,2+3,3+2,4+1              4             4/36</a:t>
            </a:r>
          </a:p>
          <a:p>
            <a:r>
              <a:rPr lang="en-US" sz="1200" dirty="0">
                <a:solidFill>
                  <a:srgbClr val="0070C0"/>
                </a:solidFill>
                <a:latin typeface="Monaco" pitchFamily="2" charset="77"/>
              </a:rPr>
              <a:t>6      1+5,2+4,3+3,4+2,5+1          5             5/36</a:t>
            </a:r>
          </a:p>
          <a:p>
            <a:r>
              <a:rPr lang="en-US" sz="1200" dirty="0">
                <a:solidFill>
                  <a:srgbClr val="0070C0"/>
                </a:solidFill>
                <a:latin typeface="Monaco" pitchFamily="2" charset="77"/>
              </a:rPr>
              <a:t>7      1+6,2+5,3+4,4+3,5+2,6+1      6             6/36</a:t>
            </a:r>
          </a:p>
          <a:p>
            <a:r>
              <a:rPr lang="en-US" sz="1200" dirty="0">
                <a:solidFill>
                  <a:srgbClr val="0070C0"/>
                </a:solidFill>
                <a:latin typeface="Monaco" pitchFamily="2" charset="77"/>
              </a:rPr>
              <a:t>8      2+6,3+5,4+4,5+3,6+2          5             5/36</a:t>
            </a:r>
          </a:p>
          <a:p>
            <a:r>
              <a:rPr lang="en-US" sz="1200" dirty="0">
                <a:solidFill>
                  <a:srgbClr val="0070C0"/>
                </a:solidFill>
                <a:latin typeface="Monaco" pitchFamily="2" charset="77"/>
              </a:rPr>
              <a:t>9      3+6,4+5,5+4,6+3              4             4/36</a:t>
            </a:r>
          </a:p>
          <a:p>
            <a:r>
              <a:rPr lang="en-US" sz="1200" dirty="0">
                <a:solidFill>
                  <a:srgbClr val="0070C0"/>
                </a:solidFill>
                <a:latin typeface="Monaco" pitchFamily="2" charset="77"/>
              </a:rPr>
              <a:t>10     4+6,5+5,6+4                  3             3/36</a:t>
            </a:r>
          </a:p>
          <a:p>
            <a:r>
              <a:rPr lang="en-US" sz="1200" dirty="0">
                <a:solidFill>
                  <a:srgbClr val="0070C0"/>
                </a:solidFill>
                <a:latin typeface="Monaco" pitchFamily="2" charset="77"/>
              </a:rPr>
              <a:t>11     5+6,6+5                      2             2/36</a:t>
            </a:r>
          </a:p>
          <a:p>
            <a:r>
              <a:rPr lang="en-US" sz="1200" dirty="0">
                <a:solidFill>
                  <a:srgbClr val="0070C0"/>
                </a:solidFill>
                <a:latin typeface="Monaco" pitchFamily="2" charset="77"/>
              </a:rPr>
              <a:t>12     6+6                          1             1/36</a:t>
            </a:r>
          </a:p>
          <a:p>
            <a:r>
              <a:rPr lang="en-US" sz="1200" dirty="0">
                <a:solidFill>
                  <a:srgbClr val="0070C0"/>
                </a:solidFill>
                <a:latin typeface="Monaco" pitchFamily="2" charset="77"/>
              </a:rPr>
              <a:t>---------------------------------------------------------</a:t>
            </a:r>
          </a:p>
          <a:p>
            <a:r>
              <a:rPr lang="en-US" sz="1200" dirty="0">
                <a:solidFill>
                  <a:srgbClr val="0070C0"/>
                </a:solidFill>
                <a:latin typeface="Monaco" pitchFamily="2" charset="77"/>
              </a:rPr>
              <a:t>Total  36                           1</a:t>
            </a:r>
          </a:p>
          <a:p>
            <a:endParaRPr lang="en-US" dirty="0"/>
          </a:p>
          <a:p>
            <a:r>
              <a:rPr lang="en-US" dirty="0"/>
              <a:t>From the table above you see how some outcomes can result </a:t>
            </a:r>
          </a:p>
          <a:p>
            <a:r>
              <a:rPr lang="en-US" dirty="0"/>
              <a:t>from more combinations, thus have higher probability of happening.</a:t>
            </a:r>
          </a:p>
          <a:p>
            <a:endParaRPr lang="en-US" dirty="0"/>
          </a:p>
          <a:p>
            <a:r>
              <a:rPr lang="en-US" dirty="0"/>
              <a:t>Note: Events can be mutually exclusive, or not. </a:t>
            </a:r>
          </a:p>
          <a:p>
            <a:r>
              <a:rPr lang="en-US" dirty="0"/>
              <a:t>Also, events may be independent, or dependent on each other.</a:t>
            </a:r>
          </a:p>
        </p:txBody>
      </p:sp>
    </p:spTree>
    <p:extLst>
      <p:ext uri="{BB962C8B-B14F-4D97-AF65-F5344CB8AC3E}">
        <p14:creationId xmlns:p14="http://schemas.microsoft.com/office/powerpoint/2010/main" val="412463949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FF33A883-0865-B144-AFA6-9A8B821FB9CB}"/>
              </a:ext>
            </a:extLst>
          </p:cNvPr>
          <p:cNvSpPr txBox="1"/>
          <p:nvPr/>
        </p:nvSpPr>
        <p:spPr>
          <a:xfrm>
            <a:off x="220717" y="283779"/>
            <a:ext cx="5728138" cy="5693866"/>
          </a:xfrm>
          <a:prstGeom prst="rect">
            <a:avLst/>
          </a:prstGeom>
          <a:noFill/>
        </p:spPr>
        <p:txBody>
          <a:bodyPr wrap="square" rtlCol="0">
            <a:spAutoFit/>
          </a:bodyPr>
          <a:lstStyle/>
          <a:p>
            <a:r>
              <a:rPr lang="en-US" b="1" dirty="0">
                <a:solidFill>
                  <a:srgbClr val="0070C0"/>
                </a:solidFill>
              </a:rPr>
              <a:t>Marginal Probability </a:t>
            </a:r>
            <a:r>
              <a:rPr lang="en-US" dirty="0"/>
              <a:t>= Simple Probability , a probability </a:t>
            </a:r>
          </a:p>
          <a:p>
            <a:r>
              <a:rPr lang="en-US" dirty="0"/>
              <a:t>of an independent event occurring.</a:t>
            </a:r>
          </a:p>
          <a:p>
            <a:endParaRPr lang="en-US" dirty="0"/>
          </a:p>
          <a:p>
            <a:r>
              <a:rPr lang="en-US" dirty="0"/>
              <a:t>The term “marginal variable” is used to refer to a subset </a:t>
            </a:r>
          </a:p>
          <a:p>
            <a:r>
              <a:rPr lang="en-US" dirty="0"/>
              <a:t>of variables in a table. They called “marginal” because they </a:t>
            </a:r>
          </a:p>
          <a:p>
            <a:r>
              <a:rPr lang="en-US" dirty="0"/>
              <a:t>used to be calculated by summing values in a table along </a:t>
            </a:r>
          </a:p>
          <a:p>
            <a:r>
              <a:rPr lang="en-US" dirty="0"/>
              <a:t>rows or columns , and writing the sum in the margins of the table.</a:t>
            </a:r>
          </a:p>
          <a:p>
            <a:endParaRPr lang="en-US" dirty="0"/>
          </a:p>
          <a:p>
            <a:r>
              <a:rPr lang="en-US" dirty="0"/>
              <a:t>Examples of assigning probability.</a:t>
            </a:r>
          </a:p>
          <a:p>
            <a:endParaRPr lang="en-US" dirty="0"/>
          </a:p>
          <a:p>
            <a:r>
              <a:rPr lang="en-US" b="1" dirty="0">
                <a:solidFill>
                  <a:srgbClr val="0070C0"/>
                </a:solidFill>
              </a:rPr>
              <a:t>Example 1. Tossing a coin.</a:t>
            </a:r>
          </a:p>
          <a:p>
            <a:endParaRPr lang="en-US" dirty="0"/>
          </a:p>
          <a:p>
            <a:r>
              <a:rPr lang="en-US" dirty="0"/>
              <a:t>Possible outcomes : (tails or heads).</a:t>
            </a:r>
          </a:p>
          <a:p>
            <a:r>
              <a:rPr lang="en-US" dirty="0"/>
              <a:t>Events (tails of heads) are mutually exclusive. </a:t>
            </a:r>
          </a:p>
          <a:p>
            <a:r>
              <a:rPr lang="en-US" dirty="0"/>
              <a:t>Their probabilities should be equal.</a:t>
            </a:r>
          </a:p>
          <a:p>
            <a:endParaRPr lang="en-US" dirty="0"/>
          </a:p>
          <a:p>
            <a:r>
              <a:rPr lang="en-US" dirty="0"/>
              <a:t>P</a:t>
            </a:r>
            <a:r>
              <a:rPr lang="en-US" baseline="-25000" dirty="0"/>
              <a:t>t</a:t>
            </a:r>
            <a:r>
              <a:rPr lang="en-US" dirty="0"/>
              <a:t> + P</a:t>
            </a:r>
            <a:r>
              <a:rPr lang="en-US" baseline="-25000" dirty="0"/>
              <a:t>h</a:t>
            </a:r>
            <a:r>
              <a:rPr lang="en-US" dirty="0"/>
              <a:t> = 1</a:t>
            </a:r>
          </a:p>
          <a:p>
            <a:r>
              <a:rPr lang="en-US" dirty="0"/>
              <a:t>P</a:t>
            </a:r>
            <a:r>
              <a:rPr lang="en-US" baseline="-25000" dirty="0"/>
              <a:t>t</a:t>
            </a:r>
            <a:r>
              <a:rPr lang="en-US" dirty="0"/>
              <a:t> = 0.5</a:t>
            </a:r>
          </a:p>
          <a:p>
            <a:r>
              <a:rPr lang="en-US" dirty="0"/>
              <a:t>P</a:t>
            </a:r>
            <a:r>
              <a:rPr lang="en-US" baseline="-25000" dirty="0"/>
              <a:t>h</a:t>
            </a:r>
            <a:r>
              <a:rPr lang="en-US" dirty="0"/>
              <a:t> = 0.5</a:t>
            </a:r>
          </a:p>
          <a:p>
            <a:endParaRPr lang="en-US" dirty="0"/>
          </a:p>
          <a:p>
            <a:r>
              <a:rPr lang="en-US" b="1" dirty="0">
                <a:solidFill>
                  <a:srgbClr val="0070C0"/>
                </a:solidFill>
              </a:rPr>
              <a:t>Example 2. Rolling a die.</a:t>
            </a:r>
          </a:p>
          <a:p>
            <a:endParaRPr lang="en-US" dirty="0"/>
          </a:p>
          <a:p>
            <a:r>
              <a:rPr lang="en-US" dirty="0"/>
              <a:t>Possible outcomes: (1,2,3,4,5,6).</a:t>
            </a:r>
          </a:p>
          <a:p>
            <a:r>
              <a:rPr lang="en-US" dirty="0"/>
              <a:t>They are mutually exclusive, probability equal, sum() = 1</a:t>
            </a:r>
          </a:p>
          <a:p>
            <a:r>
              <a:rPr lang="en-US" dirty="0"/>
              <a:t>So each probability = 1/6 = 0.167 3.</a:t>
            </a:r>
          </a:p>
        </p:txBody>
      </p:sp>
      <p:sp>
        <p:nvSpPr>
          <p:cNvPr id="5" name="TextBox 4">
            <a:extLst>
              <a:ext uri="{FF2B5EF4-FFF2-40B4-BE49-F238E27FC236}">
                <a16:creationId xmlns:a16="http://schemas.microsoft.com/office/drawing/2014/main" id="{4EFE259D-D05B-5F41-8BD0-9A4D34A8B30A}"/>
              </a:ext>
            </a:extLst>
          </p:cNvPr>
          <p:cNvSpPr txBox="1"/>
          <p:nvPr/>
        </p:nvSpPr>
        <p:spPr>
          <a:xfrm>
            <a:off x="6096000" y="2480441"/>
            <a:ext cx="6001407" cy="3970318"/>
          </a:xfrm>
          <a:prstGeom prst="rect">
            <a:avLst/>
          </a:prstGeom>
          <a:noFill/>
        </p:spPr>
        <p:txBody>
          <a:bodyPr wrap="square" rtlCol="0">
            <a:spAutoFit/>
          </a:bodyPr>
          <a:lstStyle/>
          <a:p>
            <a:r>
              <a:rPr lang="en-US" b="1" dirty="0">
                <a:solidFill>
                  <a:srgbClr val="0070C0"/>
                </a:solidFill>
              </a:rPr>
              <a:t>Example 3. Job Search.</a:t>
            </a:r>
          </a:p>
          <a:p>
            <a:endParaRPr lang="en-US" dirty="0"/>
          </a:p>
          <a:p>
            <a:r>
              <a:rPr lang="en-US" dirty="0"/>
              <a:t>I get 2 emails with job descriptions every day, 10 per week.</a:t>
            </a:r>
          </a:p>
          <a:p>
            <a:endParaRPr lang="en-US" dirty="0"/>
          </a:p>
          <a:p>
            <a:r>
              <a:rPr lang="en-US" dirty="0"/>
              <a:t>Two of them may be a fit: 2 of 10 (0.2).</a:t>
            </a:r>
          </a:p>
          <a:p>
            <a:endParaRPr lang="en-US" dirty="0"/>
          </a:p>
          <a:p>
            <a:r>
              <a:rPr lang="en-US" dirty="0"/>
              <a:t>So I send an email that I am interested. </a:t>
            </a:r>
          </a:p>
          <a:p>
            <a:r>
              <a:rPr lang="en-US" dirty="0"/>
              <a:t>I am invited to every third position I requested (0.2/3 = 0.067)</a:t>
            </a:r>
          </a:p>
          <a:p>
            <a:endParaRPr lang="en-US" dirty="0"/>
          </a:p>
          <a:p>
            <a:r>
              <a:rPr lang="en-US" dirty="0"/>
              <a:t>And I get 1 position out of 10 initial interviews (0.0067).</a:t>
            </a:r>
          </a:p>
          <a:p>
            <a:endParaRPr lang="en-US" dirty="0"/>
          </a:p>
          <a:p>
            <a:r>
              <a:rPr lang="en-US" dirty="0"/>
              <a:t>So the probability that an incoming email will result </a:t>
            </a:r>
          </a:p>
          <a:p>
            <a:r>
              <a:rPr lang="en-US" dirty="0"/>
              <a:t>in a job is 0.0067, or ~1%. </a:t>
            </a:r>
          </a:p>
          <a:p>
            <a:r>
              <a:rPr lang="en-US" dirty="0"/>
              <a:t>So, I need to consider 100 positions (this will take 10 weeks), </a:t>
            </a:r>
          </a:p>
          <a:p>
            <a:r>
              <a:rPr lang="en-US" dirty="0"/>
              <a:t>send 20 emails asking to invite, go to 6..7 interviews, </a:t>
            </a:r>
          </a:p>
          <a:p>
            <a:r>
              <a:rPr lang="en-US" dirty="0"/>
              <a:t>and eventually get a job.</a:t>
            </a:r>
          </a:p>
          <a:p>
            <a:endParaRPr lang="en-US" dirty="0"/>
          </a:p>
          <a:p>
            <a:r>
              <a:rPr lang="en-US" dirty="0"/>
              <a:t>So job search takes 2..3 months.</a:t>
            </a:r>
          </a:p>
        </p:txBody>
      </p:sp>
    </p:spTree>
    <p:extLst>
      <p:ext uri="{BB962C8B-B14F-4D97-AF65-F5344CB8AC3E}">
        <p14:creationId xmlns:p14="http://schemas.microsoft.com/office/powerpoint/2010/main" val="88426600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1EB5F268-965F-C142-A102-83C02389B555}"/>
              </a:ext>
            </a:extLst>
          </p:cNvPr>
          <p:cNvSpPr txBox="1"/>
          <p:nvPr/>
        </p:nvSpPr>
        <p:spPr>
          <a:xfrm>
            <a:off x="189186" y="258901"/>
            <a:ext cx="5675586" cy="6340197"/>
          </a:xfrm>
          <a:prstGeom prst="rect">
            <a:avLst/>
          </a:prstGeom>
          <a:noFill/>
        </p:spPr>
        <p:txBody>
          <a:bodyPr wrap="square" rtlCol="0">
            <a:spAutoFit/>
          </a:bodyPr>
          <a:lstStyle/>
          <a:p>
            <a:r>
              <a:rPr lang="en-US" b="1" dirty="0">
                <a:solidFill>
                  <a:srgbClr val="0070C0"/>
                </a:solidFill>
              </a:rPr>
              <a:t>Rules (Or, And, etc.)</a:t>
            </a:r>
          </a:p>
          <a:p>
            <a:endParaRPr lang="en-US" dirty="0"/>
          </a:p>
          <a:p>
            <a:r>
              <a:rPr lang="en-US" dirty="0"/>
              <a:t>Lets A be an event. </a:t>
            </a:r>
          </a:p>
          <a:p>
            <a:r>
              <a:rPr lang="en-US" dirty="0"/>
              <a:t>P(A) – </a:t>
            </a:r>
            <a:r>
              <a:rPr lang="en-US" dirty="0" err="1"/>
              <a:t>probabiltiy</a:t>
            </a:r>
            <a:r>
              <a:rPr lang="en-US" dirty="0"/>
              <a:t> of event A </a:t>
            </a:r>
          </a:p>
          <a:p>
            <a:r>
              <a:rPr lang="en-US" dirty="0"/>
              <a:t>then: P(A) + P(not A) = 1 </a:t>
            </a:r>
          </a:p>
          <a:p>
            <a:endParaRPr lang="en-US" dirty="0"/>
          </a:p>
          <a:p>
            <a:r>
              <a:rPr lang="en-US" dirty="0"/>
              <a:t>If A and B are events, then: </a:t>
            </a:r>
          </a:p>
          <a:p>
            <a:r>
              <a:rPr lang="en-US" dirty="0"/>
              <a:t>P(A or B) = P(A) + P(B) – P(A and B) </a:t>
            </a:r>
          </a:p>
          <a:p>
            <a:endParaRPr lang="en-US" dirty="0"/>
          </a:p>
          <a:p>
            <a:r>
              <a:rPr lang="en-US" dirty="0"/>
              <a:t>for mutually exclusive events P(A and B) = 0, </a:t>
            </a:r>
          </a:p>
          <a:p>
            <a:r>
              <a:rPr lang="en-US" dirty="0"/>
              <a:t>so P(A or B) = P(A) + P(B)</a:t>
            </a:r>
          </a:p>
          <a:p>
            <a:endParaRPr lang="en-US" dirty="0"/>
          </a:p>
          <a:p>
            <a:r>
              <a:rPr lang="en-US" b="1" dirty="0">
                <a:solidFill>
                  <a:srgbClr val="0070C0"/>
                </a:solidFill>
              </a:rPr>
              <a:t>Venn Diagrams</a:t>
            </a:r>
          </a:p>
          <a:p>
            <a:endParaRPr lang="en-US" dirty="0"/>
          </a:p>
          <a:p>
            <a:r>
              <a:rPr lang="en-US" dirty="0"/>
              <a:t>Venn Diagrams = Graphical representation of events as circles.</a:t>
            </a:r>
          </a:p>
          <a:p>
            <a:r>
              <a:rPr lang="en-US" dirty="0"/>
              <a:t>See many examples – just google images for: Venn Diagram A or B.</a:t>
            </a:r>
          </a:p>
          <a:p>
            <a:endParaRPr lang="en-US" dirty="0"/>
          </a:p>
          <a:p>
            <a:r>
              <a:rPr lang="en-US" dirty="0"/>
              <a:t>For example, this image shows Intersection (A and B),</a:t>
            </a:r>
          </a:p>
          <a:p>
            <a:r>
              <a:rPr lang="en-US" dirty="0"/>
              <a:t>negation of intersection (A but not B, or B but not A),</a:t>
            </a:r>
          </a:p>
          <a:p>
            <a:r>
              <a:rPr lang="en-US" dirty="0"/>
              <a:t>union (A or B), and subtraction (A but not B) :</a:t>
            </a:r>
          </a:p>
          <a:p>
            <a:endParaRPr lang="en-US" dirty="0"/>
          </a:p>
          <a:p>
            <a:r>
              <a:rPr lang="en-US" dirty="0"/>
              <a:t>Conditional Probability</a:t>
            </a:r>
          </a:p>
          <a:p>
            <a:r>
              <a:rPr lang="en-US" dirty="0"/>
              <a:t>P(A|B) – probability of A given that B has occurred.</a:t>
            </a:r>
          </a:p>
          <a:p>
            <a:r>
              <a:rPr lang="en-US" dirty="0"/>
              <a:t>P(A|B) = P(A and B) / P(B) (if P(B) is not zero)</a:t>
            </a:r>
          </a:p>
          <a:p>
            <a:endParaRPr lang="en-US" dirty="0"/>
          </a:p>
          <a:p>
            <a:r>
              <a:rPr lang="en-US" dirty="0"/>
              <a:t>If A &amp; B are independent form each other, then:</a:t>
            </a:r>
          </a:p>
          <a:p>
            <a:r>
              <a:rPr lang="en-US" dirty="0"/>
              <a:t>P(A|B) = P(A)</a:t>
            </a:r>
          </a:p>
          <a:p>
            <a:r>
              <a:rPr lang="en-US" dirty="0"/>
              <a:t>P(B|A) = P(B)</a:t>
            </a:r>
          </a:p>
        </p:txBody>
      </p:sp>
    </p:spTree>
    <p:extLst>
      <p:ext uri="{BB962C8B-B14F-4D97-AF65-F5344CB8AC3E}">
        <p14:creationId xmlns:p14="http://schemas.microsoft.com/office/powerpoint/2010/main" val="334538715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BA133424-AF22-CA4F-9D1C-1219C4769656}"/>
              </a:ext>
            </a:extLst>
          </p:cNvPr>
          <p:cNvSpPr txBox="1"/>
          <p:nvPr/>
        </p:nvSpPr>
        <p:spPr>
          <a:xfrm>
            <a:off x="6589986" y="105100"/>
            <a:ext cx="5517931" cy="2462213"/>
          </a:xfrm>
          <a:prstGeom prst="rect">
            <a:avLst/>
          </a:prstGeom>
          <a:noFill/>
        </p:spPr>
        <p:txBody>
          <a:bodyPr wrap="square" rtlCol="0">
            <a:spAutoFit/>
          </a:bodyPr>
          <a:lstStyle/>
          <a:p>
            <a:r>
              <a:rPr lang="en-US" dirty="0"/>
              <a:t>For proposition A and evidence B,</a:t>
            </a:r>
          </a:p>
          <a:p>
            <a:r>
              <a:rPr lang="en-US" dirty="0"/>
              <a:t>P(A), the prior, is the initial degree of belief in A.</a:t>
            </a:r>
          </a:p>
          <a:p>
            <a:r>
              <a:rPr lang="en-US" dirty="0"/>
              <a:t>P(A|B), the posterior, is the degree of belief having accounted for B.</a:t>
            </a:r>
          </a:p>
          <a:p>
            <a:r>
              <a:rPr lang="en-US" dirty="0"/>
              <a:t>P(B|A)/P(B) – represents the support B provides for A.</a:t>
            </a:r>
          </a:p>
          <a:p>
            <a:endParaRPr lang="en-US" dirty="0"/>
          </a:p>
          <a:p>
            <a:r>
              <a:rPr lang="en-US" dirty="0"/>
              <a:t>See also Bayesian inference.</a:t>
            </a:r>
          </a:p>
          <a:p>
            <a:r>
              <a:rPr lang="en-US" dirty="0"/>
              <a:t>– https://</a:t>
            </a:r>
            <a:r>
              <a:rPr lang="en-US" dirty="0" err="1"/>
              <a:t>en.wikipedia.org</a:t>
            </a:r>
            <a:r>
              <a:rPr lang="en-US" dirty="0"/>
              <a:t>/wiki/</a:t>
            </a:r>
            <a:r>
              <a:rPr lang="en-US" dirty="0" err="1"/>
              <a:t>Bayesian_inference</a:t>
            </a:r>
            <a:endParaRPr lang="en-US" dirty="0"/>
          </a:p>
          <a:p>
            <a:endParaRPr lang="en-US" dirty="0"/>
          </a:p>
          <a:p>
            <a:r>
              <a:rPr lang="en-US" dirty="0"/>
              <a:t>Bayesian inference is a method of statistical inference in which</a:t>
            </a:r>
          </a:p>
          <a:p>
            <a:r>
              <a:rPr lang="en-US" dirty="0"/>
              <a:t>Bayes’ theorem is used to update the probability for a hypothesis</a:t>
            </a:r>
          </a:p>
          <a:p>
            <a:r>
              <a:rPr lang="en-US" dirty="0"/>
              <a:t>as more evidence or information becomes available.</a:t>
            </a:r>
          </a:p>
        </p:txBody>
      </p:sp>
      <p:sp>
        <p:nvSpPr>
          <p:cNvPr id="5" name="TextBox 4">
            <a:extLst>
              <a:ext uri="{FF2B5EF4-FFF2-40B4-BE49-F238E27FC236}">
                <a16:creationId xmlns:a16="http://schemas.microsoft.com/office/drawing/2014/main" id="{DB6CFF65-663B-CB43-B815-53184C5B9CE5}"/>
              </a:ext>
            </a:extLst>
          </p:cNvPr>
          <p:cNvSpPr txBox="1"/>
          <p:nvPr/>
        </p:nvSpPr>
        <p:spPr>
          <a:xfrm>
            <a:off x="84083" y="86343"/>
            <a:ext cx="6011917" cy="6124754"/>
          </a:xfrm>
          <a:prstGeom prst="rect">
            <a:avLst/>
          </a:prstGeom>
          <a:noFill/>
        </p:spPr>
        <p:txBody>
          <a:bodyPr wrap="square" rtlCol="0">
            <a:spAutoFit/>
          </a:bodyPr>
          <a:lstStyle/>
          <a:p>
            <a:r>
              <a:rPr lang="en-US" dirty="0"/>
              <a:t>Bayes’ Theorem (Law, Rule)</a:t>
            </a:r>
          </a:p>
          <a:p>
            <a:r>
              <a:rPr lang="en-US" dirty="0"/>
              <a:t>– https://</a:t>
            </a:r>
            <a:r>
              <a:rPr lang="en-US" dirty="0" err="1"/>
              <a:t>en.wikipedia.org</a:t>
            </a:r>
            <a:r>
              <a:rPr lang="en-US" dirty="0"/>
              <a:t>/wiki/</a:t>
            </a:r>
            <a:r>
              <a:rPr lang="en-US" dirty="0" err="1"/>
              <a:t>Thomas_Bayes</a:t>
            </a:r>
            <a:r>
              <a:rPr lang="en-US" dirty="0"/>
              <a:t> – (/’</a:t>
            </a:r>
            <a:r>
              <a:rPr lang="en-US" dirty="0" err="1"/>
              <a:t>be?z</a:t>
            </a:r>
            <a:r>
              <a:rPr lang="en-US" dirty="0"/>
              <a:t>/; 1701–1761)</a:t>
            </a:r>
          </a:p>
          <a:p>
            <a:r>
              <a:rPr lang="en-US" dirty="0"/>
              <a:t>– https://</a:t>
            </a:r>
            <a:r>
              <a:rPr lang="en-US" dirty="0" err="1"/>
              <a:t>en.wikipedia.org</a:t>
            </a:r>
            <a:r>
              <a:rPr lang="en-US" dirty="0"/>
              <a:t>/wiki/Bayes%27_theorem –</a:t>
            </a:r>
          </a:p>
          <a:p>
            <a:r>
              <a:rPr lang="en-US" dirty="0"/>
              <a:t>– https://</a:t>
            </a:r>
            <a:r>
              <a:rPr lang="en-US" dirty="0" err="1"/>
              <a:t>en.wikipedia.org</a:t>
            </a:r>
            <a:r>
              <a:rPr lang="en-US" dirty="0"/>
              <a:t>/wiki/</a:t>
            </a:r>
            <a:r>
              <a:rPr lang="en-US" dirty="0" err="1"/>
              <a:t>Bayesian_inference</a:t>
            </a:r>
            <a:r>
              <a:rPr lang="en-US" dirty="0"/>
              <a:t> –</a:t>
            </a:r>
          </a:p>
          <a:p>
            <a:endParaRPr lang="en-US" dirty="0"/>
          </a:p>
          <a:p>
            <a:r>
              <a:rPr lang="en-US" dirty="0"/>
              <a:t>P(A|B) = P(B|A)*P(A)/P(B)</a:t>
            </a:r>
          </a:p>
          <a:p>
            <a:endParaRPr lang="en-US" dirty="0"/>
          </a:p>
          <a:p>
            <a:r>
              <a:rPr lang="en-US" dirty="0"/>
              <a:t>where A and B are events and P(B) not equal 0.</a:t>
            </a:r>
          </a:p>
          <a:p>
            <a:endParaRPr lang="en-US" dirty="0"/>
          </a:p>
          <a:p>
            <a:r>
              <a:rPr lang="en-US" dirty="0"/>
              <a:t>Frequentist interpretation of Bayes’ theorem.</a:t>
            </a:r>
          </a:p>
          <a:p>
            <a:r>
              <a:rPr lang="en-US" dirty="0"/>
              <a:t>Probability measures a proportion of outcomes.</a:t>
            </a:r>
          </a:p>
          <a:p>
            <a:r>
              <a:rPr lang="en-US" dirty="0"/>
              <a:t>Suppose an experiment is performed many times.</a:t>
            </a:r>
          </a:p>
          <a:p>
            <a:r>
              <a:rPr lang="en-US" dirty="0"/>
              <a:t>P(A) is the proportion of outcomes with property A,</a:t>
            </a:r>
          </a:p>
          <a:p>
            <a:r>
              <a:rPr lang="en-US" dirty="0"/>
              <a:t>and P(B) that with property B.</a:t>
            </a:r>
          </a:p>
          <a:p>
            <a:r>
              <a:rPr lang="en-US" dirty="0"/>
              <a:t>P(B|A) is the proportion of outcomes with property B </a:t>
            </a:r>
          </a:p>
          <a:p>
            <a:r>
              <a:rPr lang="en-US" dirty="0"/>
              <a:t>out of outcomes with property A,</a:t>
            </a:r>
          </a:p>
          <a:p>
            <a:r>
              <a:rPr lang="en-US" dirty="0"/>
              <a:t>and P(A|B) the proportion of those with A out of those with B.</a:t>
            </a:r>
          </a:p>
          <a:p>
            <a:endParaRPr lang="en-US" dirty="0"/>
          </a:p>
          <a:p>
            <a:r>
              <a:rPr lang="en-US" dirty="0"/>
              <a:t>Bayesian interpretation of Bayes’ theorem.</a:t>
            </a:r>
          </a:p>
          <a:p>
            <a:r>
              <a:rPr lang="en-US" dirty="0"/>
              <a:t>Probability measures a degree of belief.</a:t>
            </a:r>
          </a:p>
          <a:p>
            <a:r>
              <a:rPr lang="en-US" dirty="0"/>
              <a:t>Bayes’ theorem then links the degree of belief in a proposition before (A)</a:t>
            </a:r>
          </a:p>
          <a:p>
            <a:r>
              <a:rPr lang="en-US" dirty="0"/>
              <a:t>and after (B) accounting for evidence.</a:t>
            </a:r>
          </a:p>
          <a:p>
            <a:endParaRPr lang="en-US" dirty="0"/>
          </a:p>
          <a:p>
            <a:r>
              <a:rPr lang="en-US" dirty="0"/>
              <a:t>For example, suppose it is believed with 50% certainty </a:t>
            </a:r>
          </a:p>
          <a:p>
            <a:r>
              <a:rPr lang="en-US" dirty="0"/>
              <a:t>that a coin is twice as likely to land heads than tails.</a:t>
            </a:r>
          </a:p>
          <a:p>
            <a:r>
              <a:rPr lang="en-US" dirty="0"/>
              <a:t>If the coin is flipped a number of times and the outcomes observed,</a:t>
            </a:r>
          </a:p>
          <a:p>
            <a:r>
              <a:rPr lang="en-US" dirty="0"/>
              <a:t>then that degree of belief may rise, fall or </a:t>
            </a:r>
          </a:p>
          <a:p>
            <a:r>
              <a:rPr lang="en-US" dirty="0"/>
              <a:t>remain the same depending on the results.</a:t>
            </a:r>
          </a:p>
        </p:txBody>
      </p:sp>
    </p:spTree>
    <p:extLst>
      <p:ext uri="{BB962C8B-B14F-4D97-AF65-F5344CB8AC3E}">
        <p14:creationId xmlns:p14="http://schemas.microsoft.com/office/powerpoint/2010/main" val="822577207"/>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1EB5F268-965F-C142-A102-83C02389B555}"/>
              </a:ext>
            </a:extLst>
          </p:cNvPr>
          <p:cNvSpPr txBox="1"/>
          <p:nvPr/>
        </p:nvSpPr>
        <p:spPr>
          <a:xfrm>
            <a:off x="189186" y="178676"/>
            <a:ext cx="5906814" cy="6340197"/>
          </a:xfrm>
          <a:prstGeom prst="rect">
            <a:avLst/>
          </a:prstGeom>
          <a:noFill/>
        </p:spPr>
        <p:txBody>
          <a:bodyPr wrap="square" rtlCol="0">
            <a:spAutoFit/>
          </a:bodyPr>
          <a:lstStyle/>
          <a:p>
            <a:r>
              <a:rPr lang="en-US" dirty="0"/>
              <a:t>Random Variable. Probability Distribution</a:t>
            </a:r>
          </a:p>
          <a:p>
            <a:r>
              <a:rPr lang="en-US" dirty="0"/>
              <a:t>Random variable is a numerical variable taking different values.</a:t>
            </a:r>
          </a:p>
          <a:p>
            <a:r>
              <a:rPr lang="en-US" dirty="0"/>
              <a:t>Values may be discrete or continuous.</a:t>
            </a:r>
          </a:p>
          <a:p>
            <a:endParaRPr lang="en-US" dirty="0"/>
          </a:p>
          <a:p>
            <a:r>
              <a:rPr lang="en-US" dirty="0"/>
              <a:t>For example, think of variable “x” which may have any real value between -10 and +10.</a:t>
            </a:r>
          </a:p>
          <a:p>
            <a:endParaRPr lang="en-US" dirty="0"/>
          </a:p>
          <a:p>
            <a:r>
              <a:rPr lang="en-US" dirty="0"/>
              <a:t>Or think of a variable “z” which can have discrete values 0,0.1,0.2, … 0.9, 1.0</a:t>
            </a:r>
          </a:p>
          <a:p>
            <a:endParaRPr lang="en-US" dirty="0"/>
          </a:p>
          <a:p>
            <a:r>
              <a:rPr lang="en-US" dirty="0"/>
              <a:t>Discrete Case</a:t>
            </a:r>
          </a:p>
          <a:p>
            <a:r>
              <a:rPr lang="en-US" dirty="0"/>
              <a:t>Probability function P(x) </a:t>
            </a:r>
          </a:p>
          <a:p>
            <a:r>
              <a:rPr lang="en-US" dirty="0"/>
              <a:t>of a discrete random variable “x” </a:t>
            </a:r>
          </a:p>
          <a:p>
            <a:r>
              <a:rPr lang="en-US" dirty="0"/>
              <a:t>is simply a function which gives probability of discrete values.</a:t>
            </a:r>
          </a:p>
          <a:p>
            <a:endParaRPr lang="en-US" dirty="0"/>
          </a:p>
          <a:p>
            <a:r>
              <a:rPr lang="en-US" dirty="0"/>
              <a:t>For example, if the random variable “x” may have two values: ( 0 or 1 ),</a:t>
            </a:r>
          </a:p>
          <a:p>
            <a:r>
              <a:rPr lang="en-US" dirty="0"/>
              <a:t>and if probabilities of those values are equal, then</a:t>
            </a:r>
          </a:p>
          <a:p>
            <a:endParaRPr lang="en-US" dirty="0"/>
          </a:p>
          <a:p>
            <a:r>
              <a:rPr lang="en-US" dirty="0"/>
              <a:t>P(0) = 0.5, f(1) = 0.5.</a:t>
            </a:r>
          </a:p>
          <a:p>
            <a:endParaRPr lang="en-US" dirty="0"/>
          </a:p>
          <a:p>
            <a:r>
              <a:rPr lang="en-US" dirty="0"/>
              <a:t>The sum of individual probabilities for all possible values should be 1.</a:t>
            </a:r>
          </a:p>
          <a:p>
            <a:endParaRPr lang="en-US" dirty="0"/>
          </a:p>
          <a:p>
            <a:r>
              <a:rPr lang="en-US" dirty="0"/>
              <a:t>Expected value is an weighted average of all values.</a:t>
            </a:r>
          </a:p>
          <a:p>
            <a:endParaRPr lang="en-US" dirty="0"/>
          </a:p>
          <a:p>
            <a:r>
              <a:rPr lang="en-US" dirty="0"/>
              <a:t>E(x) = sum(Xi*P(Xi)), where Xi goes through all allowed values of X.</a:t>
            </a:r>
          </a:p>
          <a:p>
            <a:endParaRPr lang="en-US" dirty="0"/>
          </a:p>
          <a:p>
            <a:r>
              <a:rPr lang="en-US" dirty="0"/>
              <a:t>Variance = sigma squared = sum( (Xi-E(x))**2 * P(Xi) )</a:t>
            </a:r>
          </a:p>
          <a:p>
            <a:endParaRPr lang="en-US" dirty="0"/>
          </a:p>
          <a:p>
            <a:r>
              <a:rPr lang="en-US" dirty="0"/>
              <a:t>Standard Deviation = sqrt(sigma squared)</a:t>
            </a:r>
          </a:p>
        </p:txBody>
      </p:sp>
      <p:sp>
        <p:nvSpPr>
          <p:cNvPr id="5" name="TextBox 4">
            <a:extLst>
              <a:ext uri="{FF2B5EF4-FFF2-40B4-BE49-F238E27FC236}">
                <a16:creationId xmlns:a16="http://schemas.microsoft.com/office/drawing/2014/main" id="{E72EEA3B-9D50-A145-B8FE-B6686486D979}"/>
              </a:ext>
            </a:extLst>
          </p:cNvPr>
          <p:cNvSpPr txBox="1"/>
          <p:nvPr/>
        </p:nvSpPr>
        <p:spPr>
          <a:xfrm>
            <a:off x="6096000" y="178676"/>
            <a:ext cx="6011917" cy="6340197"/>
          </a:xfrm>
          <a:prstGeom prst="rect">
            <a:avLst/>
          </a:prstGeom>
          <a:noFill/>
        </p:spPr>
        <p:txBody>
          <a:bodyPr wrap="square" rtlCol="0">
            <a:spAutoFit/>
          </a:bodyPr>
          <a:lstStyle/>
          <a:p>
            <a:r>
              <a:rPr lang="en-US" dirty="0"/>
              <a:t>Probability Density Function (PDF)  </a:t>
            </a:r>
          </a:p>
          <a:p>
            <a:r>
              <a:rPr lang="en-US" dirty="0"/>
              <a:t>vs.  Cumulative Probability Function ( CPF)</a:t>
            </a:r>
          </a:p>
          <a:p>
            <a:endParaRPr lang="en-US" dirty="0"/>
          </a:p>
          <a:p>
            <a:r>
              <a:rPr lang="en-US" dirty="0"/>
              <a:t>Continuous Case</a:t>
            </a:r>
          </a:p>
          <a:p>
            <a:endParaRPr lang="en-US" dirty="0"/>
          </a:p>
          <a:p>
            <a:r>
              <a:rPr lang="en-US" b="1" dirty="0">
                <a:solidFill>
                  <a:srgbClr val="0070C0"/>
                </a:solidFill>
              </a:rPr>
              <a:t>Probability Density Function</a:t>
            </a:r>
            <a:r>
              <a:rPr lang="en-US" dirty="0"/>
              <a:t> f(x) is a continuous function.</a:t>
            </a:r>
          </a:p>
          <a:p>
            <a:endParaRPr lang="en-US" dirty="0"/>
          </a:p>
          <a:p>
            <a:r>
              <a:rPr lang="en-US" dirty="0"/>
              <a:t>f(x)*dx gives probability that value is between x and </a:t>
            </a:r>
            <a:r>
              <a:rPr lang="en-US" dirty="0" err="1"/>
              <a:t>x+dx</a:t>
            </a:r>
            <a:r>
              <a:rPr lang="en-US" dirty="0"/>
              <a:t>.</a:t>
            </a:r>
          </a:p>
          <a:p>
            <a:endParaRPr lang="en-US" dirty="0"/>
          </a:p>
          <a:p>
            <a:r>
              <a:rPr lang="en-US" dirty="0"/>
              <a:t>The total integral of f(x)*dx should be equal to 1.</a:t>
            </a:r>
          </a:p>
          <a:p>
            <a:endParaRPr lang="en-US" dirty="0"/>
          </a:p>
          <a:p>
            <a:r>
              <a:rPr lang="en-US" dirty="0"/>
              <a:t>Cumulative Probability Function (CPF)</a:t>
            </a:r>
          </a:p>
          <a:p>
            <a:r>
              <a:rPr lang="en-US" dirty="0"/>
              <a:t>This is simply a function F(x) which gives probability that value is less than x.</a:t>
            </a:r>
          </a:p>
          <a:p>
            <a:r>
              <a:rPr lang="en-US" dirty="0"/>
              <a:t>It monotonously grows from 0 to 1 as x grows (from small to large values).</a:t>
            </a:r>
          </a:p>
          <a:p>
            <a:endParaRPr lang="en-US" dirty="0"/>
          </a:p>
          <a:p>
            <a:endParaRPr lang="en-US" dirty="0"/>
          </a:p>
          <a:p>
            <a:r>
              <a:rPr lang="en-US" dirty="0"/>
              <a:t>The PDF is a first derivative of CPF.</a:t>
            </a:r>
          </a:p>
          <a:p>
            <a:endParaRPr lang="en-US" dirty="0"/>
          </a:p>
          <a:p>
            <a:r>
              <a:rPr lang="en-US" dirty="0"/>
              <a:t>CPF(</a:t>
            </a:r>
            <a:r>
              <a:rPr lang="en-US" dirty="0" err="1"/>
              <a:t>x+dx</a:t>
            </a:r>
            <a:r>
              <a:rPr lang="en-US" dirty="0"/>
              <a:t>) – CPF(x) = = [Prob. of value &lt; (</a:t>
            </a:r>
            <a:r>
              <a:rPr lang="en-US" dirty="0" err="1"/>
              <a:t>x+dx</a:t>
            </a:r>
            <a:r>
              <a:rPr lang="en-US" dirty="0"/>
              <a:t>)] – [Prob. of value &lt; x] = f(x)*dx</a:t>
            </a:r>
          </a:p>
          <a:p>
            <a:endParaRPr lang="en-US" dirty="0"/>
          </a:p>
          <a:p>
            <a:r>
              <a:rPr lang="en-US" dirty="0"/>
              <a:t>Mean value = Expected value</a:t>
            </a:r>
          </a:p>
          <a:p>
            <a:endParaRPr lang="en-US" dirty="0"/>
          </a:p>
          <a:p>
            <a:r>
              <a:rPr lang="en-US" dirty="0"/>
              <a:t>For discrete case we had:</a:t>
            </a:r>
          </a:p>
          <a:p>
            <a:r>
              <a:rPr lang="en-US" dirty="0"/>
              <a:t>E(x) = sum(Xi*P(Xi))</a:t>
            </a:r>
          </a:p>
          <a:p>
            <a:endParaRPr lang="en-US" dirty="0"/>
          </a:p>
          <a:p>
            <a:r>
              <a:rPr lang="en-US" dirty="0"/>
              <a:t>For continuous case this translates into</a:t>
            </a:r>
          </a:p>
          <a:p>
            <a:r>
              <a:rPr lang="en-US" dirty="0"/>
              <a:t>E(x) = Integral(</a:t>
            </a:r>
            <a:r>
              <a:rPr lang="en-US" dirty="0" err="1"/>
              <a:t>xF</a:t>
            </a:r>
            <a:r>
              <a:rPr lang="en-US" dirty="0"/>
              <a:t>(x)dx)</a:t>
            </a:r>
          </a:p>
        </p:txBody>
      </p:sp>
    </p:spTree>
    <p:extLst>
      <p:ext uri="{BB962C8B-B14F-4D97-AF65-F5344CB8AC3E}">
        <p14:creationId xmlns:p14="http://schemas.microsoft.com/office/powerpoint/2010/main" val="2249432796"/>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1EB5F268-965F-C142-A102-83C02389B555}"/>
              </a:ext>
            </a:extLst>
          </p:cNvPr>
          <p:cNvSpPr txBox="1"/>
          <p:nvPr/>
        </p:nvSpPr>
        <p:spPr>
          <a:xfrm>
            <a:off x="189186" y="178676"/>
            <a:ext cx="5150069" cy="6032421"/>
          </a:xfrm>
          <a:prstGeom prst="rect">
            <a:avLst/>
          </a:prstGeom>
          <a:noFill/>
        </p:spPr>
        <p:txBody>
          <a:bodyPr wrap="square" rtlCol="0">
            <a:spAutoFit/>
          </a:bodyPr>
          <a:lstStyle/>
          <a:p>
            <a:r>
              <a:rPr lang="en-US" sz="1800" b="1" dirty="0">
                <a:solidFill>
                  <a:srgbClr val="0070C0"/>
                </a:solidFill>
              </a:rPr>
              <a:t>Binomial Distribution</a:t>
            </a:r>
          </a:p>
          <a:p>
            <a:r>
              <a:rPr lang="en-US" dirty="0"/>
              <a:t>– https://</a:t>
            </a:r>
            <a:r>
              <a:rPr lang="en-US" dirty="0" err="1"/>
              <a:t>en.wikipedia.org</a:t>
            </a:r>
            <a:r>
              <a:rPr lang="en-US" dirty="0"/>
              <a:t>/wiki/</a:t>
            </a:r>
            <a:r>
              <a:rPr lang="en-US" dirty="0" err="1"/>
              <a:t>Binomial_distribution</a:t>
            </a:r>
            <a:endParaRPr lang="en-US" dirty="0"/>
          </a:p>
          <a:p>
            <a:endParaRPr lang="en-US" dirty="0"/>
          </a:p>
          <a:p>
            <a:r>
              <a:rPr lang="en-US" dirty="0"/>
              <a:t>if:</a:t>
            </a:r>
          </a:p>
          <a:p>
            <a:r>
              <a:rPr lang="en-US" dirty="0"/>
              <a:t>Experiment consists of N trials. </a:t>
            </a:r>
          </a:p>
          <a:p>
            <a:r>
              <a:rPr lang="en-US" dirty="0"/>
              <a:t>Each trial can have two outcomes (True of False).</a:t>
            </a:r>
          </a:p>
          <a:p>
            <a:r>
              <a:rPr lang="en-US" dirty="0"/>
              <a:t>The probabilities of these outcomes are the same </a:t>
            </a:r>
          </a:p>
          <a:p>
            <a:r>
              <a:rPr lang="en-US" dirty="0"/>
              <a:t>for all trials (p and q = 1-p).</a:t>
            </a:r>
          </a:p>
          <a:p>
            <a:r>
              <a:rPr lang="en-US" dirty="0"/>
              <a:t>The trials are independent from each other.</a:t>
            </a:r>
          </a:p>
          <a:p>
            <a:endParaRPr lang="en-US" dirty="0"/>
          </a:p>
          <a:p>
            <a:r>
              <a:rPr lang="en-US" dirty="0"/>
              <a:t>Then:</a:t>
            </a:r>
          </a:p>
          <a:p>
            <a:r>
              <a:rPr lang="en-US" dirty="0"/>
              <a:t>The probability of having “x” True values (out of N) is:</a:t>
            </a:r>
          </a:p>
          <a:p>
            <a:endParaRPr lang="en-US" dirty="0"/>
          </a:p>
          <a:p>
            <a:r>
              <a:rPr lang="en-US" dirty="0"/>
              <a:t>         f(x) = C(</a:t>
            </a:r>
            <a:r>
              <a:rPr lang="en-US" dirty="0" err="1"/>
              <a:t>N,x</a:t>
            </a:r>
            <a:r>
              <a:rPr lang="en-US" dirty="0"/>
              <a:t>)*</a:t>
            </a:r>
            <a:r>
              <a:rPr lang="en-US" dirty="0" err="1"/>
              <a:t>p^x</a:t>
            </a:r>
            <a:r>
              <a:rPr lang="en-US" dirty="0"/>
              <a:t>*(1-p)^(N-x)</a:t>
            </a:r>
          </a:p>
          <a:p>
            <a:endParaRPr lang="en-US" dirty="0"/>
          </a:p>
          <a:p>
            <a:r>
              <a:rPr lang="en-US" dirty="0"/>
              <a:t>where C(</a:t>
            </a:r>
            <a:r>
              <a:rPr lang="en-US" dirty="0" err="1"/>
              <a:t>N,x</a:t>
            </a:r>
            <a:r>
              <a:rPr lang="en-US" dirty="0"/>
              <a:t>) = N!/(x!*(N-x)!) – a binomial coefficient</a:t>
            </a:r>
          </a:p>
          <a:p>
            <a:endParaRPr lang="en-US" dirty="0"/>
          </a:p>
          <a:p>
            <a:r>
              <a:rPr lang="en-US" dirty="0"/>
              <a:t>At large numbers the distribution f(x) has a bell-curve shape</a:t>
            </a:r>
          </a:p>
          <a:p>
            <a:endParaRPr lang="en-US" dirty="0"/>
          </a:p>
          <a:p>
            <a:r>
              <a:rPr lang="en-US" b="1" dirty="0">
                <a:solidFill>
                  <a:srgbClr val="0070C0"/>
                </a:solidFill>
              </a:rPr>
              <a:t>Mean value = Expected value </a:t>
            </a:r>
            <a:r>
              <a:rPr lang="en-US" dirty="0"/>
              <a:t>E(x) = N*p</a:t>
            </a:r>
          </a:p>
          <a:p>
            <a:r>
              <a:rPr lang="en-US" b="1" dirty="0">
                <a:solidFill>
                  <a:srgbClr val="0070C0"/>
                </a:solidFill>
              </a:rPr>
              <a:t>Variance</a:t>
            </a:r>
            <a:r>
              <a:rPr lang="en-US" dirty="0"/>
              <a:t> = N*p*(1-p).</a:t>
            </a:r>
          </a:p>
          <a:p>
            <a:endParaRPr lang="en-US" dirty="0"/>
          </a:p>
          <a:p>
            <a:r>
              <a:rPr lang="en-US" sz="1800" b="1" dirty="0">
                <a:solidFill>
                  <a:srgbClr val="0070C0"/>
                </a:solidFill>
              </a:rPr>
              <a:t>Combinatorics</a:t>
            </a:r>
          </a:p>
          <a:p>
            <a:endParaRPr lang="en-US" dirty="0"/>
          </a:p>
          <a:p>
            <a:r>
              <a:rPr lang="en-US" dirty="0"/>
              <a:t>Factorial</a:t>
            </a:r>
          </a:p>
          <a:p>
            <a:endParaRPr lang="en-US" dirty="0"/>
          </a:p>
          <a:p>
            <a:r>
              <a:rPr lang="en-US" dirty="0"/>
              <a:t>N! = N*(N-1)*(N-2)*…*1</a:t>
            </a:r>
          </a:p>
        </p:txBody>
      </p:sp>
      <p:sp>
        <p:nvSpPr>
          <p:cNvPr id="5" name="TextBox 4">
            <a:extLst>
              <a:ext uri="{FF2B5EF4-FFF2-40B4-BE49-F238E27FC236}">
                <a16:creationId xmlns:a16="http://schemas.microsoft.com/office/drawing/2014/main" id="{E72EEA3B-9D50-A145-B8FE-B6686486D979}"/>
              </a:ext>
            </a:extLst>
          </p:cNvPr>
          <p:cNvSpPr txBox="1"/>
          <p:nvPr/>
        </p:nvSpPr>
        <p:spPr>
          <a:xfrm>
            <a:off x="6096000" y="178676"/>
            <a:ext cx="6011917" cy="6401753"/>
          </a:xfrm>
          <a:prstGeom prst="rect">
            <a:avLst/>
          </a:prstGeom>
          <a:noFill/>
        </p:spPr>
        <p:txBody>
          <a:bodyPr wrap="square" rtlCol="0">
            <a:spAutoFit/>
          </a:bodyPr>
          <a:lstStyle/>
          <a:p>
            <a:r>
              <a:rPr lang="en-US" sz="1800" b="1" dirty="0">
                <a:solidFill>
                  <a:srgbClr val="0070C0"/>
                </a:solidFill>
              </a:rPr>
              <a:t>Reordering</a:t>
            </a:r>
          </a:p>
          <a:p>
            <a:endParaRPr lang="en-US" dirty="0"/>
          </a:p>
          <a:p>
            <a:r>
              <a:rPr lang="en-US" dirty="0"/>
              <a:t>Let’s say, we have N objects (N-element unordered set).</a:t>
            </a:r>
          </a:p>
          <a:p>
            <a:endParaRPr lang="en-US" dirty="0"/>
          </a:p>
          <a:p>
            <a:r>
              <a:rPr lang="en-US" dirty="0"/>
              <a:t>Question: In how many ways can we arrange them?</a:t>
            </a:r>
          </a:p>
          <a:p>
            <a:endParaRPr lang="en-US" dirty="0"/>
          </a:p>
          <a:p>
            <a:r>
              <a:rPr lang="en-US" dirty="0"/>
              <a:t>Answer: N!</a:t>
            </a:r>
          </a:p>
          <a:p>
            <a:endParaRPr lang="en-US" dirty="0"/>
          </a:p>
          <a:p>
            <a:r>
              <a:rPr lang="en-US" dirty="0"/>
              <a:t>Explanation: </a:t>
            </a:r>
          </a:p>
          <a:p>
            <a:r>
              <a:rPr lang="en-US" dirty="0"/>
              <a:t>  N variants for the 1st element (N-1) variants for the 2nd element etc.</a:t>
            </a:r>
          </a:p>
          <a:p>
            <a:r>
              <a:rPr lang="en-US" dirty="0"/>
              <a:t>Example: How many ways are there to arrange the letters ABCDE in a row?</a:t>
            </a:r>
          </a:p>
          <a:p>
            <a:endParaRPr lang="en-US" dirty="0"/>
          </a:p>
          <a:p>
            <a:r>
              <a:rPr lang="en-US" dirty="0"/>
              <a:t>Answer: 5!=120</a:t>
            </a:r>
          </a:p>
          <a:p>
            <a:endParaRPr lang="en-US" dirty="0"/>
          </a:p>
          <a:p>
            <a:r>
              <a:rPr lang="en-US" sz="1800" b="1" dirty="0">
                <a:solidFill>
                  <a:srgbClr val="0070C0"/>
                </a:solidFill>
              </a:rPr>
              <a:t>Subsets</a:t>
            </a:r>
          </a:p>
          <a:p>
            <a:endParaRPr lang="en-US" dirty="0"/>
          </a:p>
          <a:p>
            <a:r>
              <a:rPr lang="en-US" dirty="0"/>
              <a:t>Question: In how many ways can we select m-elements out of N-element set?</a:t>
            </a:r>
          </a:p>
          <a:p>
            <a:endParaRPr lang="en-US" dirty="0"/>
          </a:p>
          <a:p>
            <a:r>
              <a:rPr lang="en-US" dirty="0"/>
              <a:t>Answer: C(</a:t>
            </a:r>
            <a:r>
              <a:rPr lang="en-US" dirty="0" err="1"/>
              <a:t>N,m</a:t>
            </a:r>
            <a:r>
              <a:rPr lang="en-US" dirty="0"/>
              <a:t>) = N!/(m!*(N-m)!) – a binomial coefficient</a:t>
            </a:r>
          </a:p>
          <a:p>
            <a:endParaRPr lang="en-US" dirty="0"/>
          </a:p>
          <a:p>
            <a:r>
              <a:rPr lang="en-US" dirty="0"/>
              <a:t>Explanation: </a:t>
            </a:r>
          </a:p>
          <a:p>
            <a:r>
              <a:rPr lang="en-US" dirty="0"/>
              <a:t>N variants for the first element of subset </a:t>
            </a:r>
          </a:p>
          <a:p>
            <a:r>
              <a:rPr lang="en-US" dirty="0"/>
              <a:t>(N-1) for the 2nd etc. </a:t>
            </a:r>
          </a:p>
          <a:p>
            <a:r>
              <a:rPr lang="en-US" dirty="0"/>
              <a:t>(N-m+1) for the m-</a:t>
            </a:r>
            <a:r>
              <a:rPr lang="en-US" dirty="0" err="1"/>
              <a:t>th</a:t>
            </a:r>
            <a:r>
              <a:rPr lang="en-US" dirty="0"/>
              <a:t> element </a:t>
            </a:r>
          </a:p>
          <a:p>
            <a:r>
              <a:rPr lang="en-US" dirty="0"/>
              <a:t>The above can be written as N!/(N-m)! </a:t>
            </a:r>
          </a:p>
          <a:p>
            <a:r>
              <a:rPr lang="en-US" dirty="0"/>
              <a:t>Then we need to divide by the number of reordering permutations </a:t>
            </a:r>
          </a:p>
          <a:p>
            <a:r>
              <a:rPr lang="en-US" dirty="0"/>
              <a:t>within the subset, that is by m!</a:t>
            </a:r>
          </a:p>
        </p:txBody>
      </p:sp>
    </p:spTree>
    <p:extLst>
      <p:ext uri="{BB962C8B-B14F-4D97-AF65-F5344CB8AC3E}">
        <p14:creationId xmlns:p14="http://schemas.microsoft.com/office/powerpoint/2010/main" val="268870945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1EB5F268-965F-C142-A102-83C02389B555}"/>
              </a:ext>
            </a:extLst>
          </p:cNvPr>
          <p:cNvSpPr txBox="1"/>
          <p:nvPr/>
        </p:nvSpPr>
        <p:spPr>
          <a:xfrm>
            <a:off x="189186" y="178676"/>
            <a:ext cx="5906814" cy="5047536"/>
          </a:xfrm>
          <a:prstGeom prst="rect">
            <a:avLst/>
          </a:prstGeom>
          <a:noFill/>
        </p:spPr>
        <p:txBody>
          <a:bodyPr wrap="square" rtlCol="0">
            <a:spAutoFit/>
          </a:bodyPr>
          <a:lstStyle/>
          <a:p>
            <a:r>
              <a:rPr lang="en-US" dirty="0"/>
              <a:t>Poisson and Exponential Distributions</a:t>
            </a:r>
          </a:p>
          <a:p>
            <a:r>
              <a:rPr lang="en-US" dirty="0"/>
              <a:t>– https://</a:t>
            </a:r>
            <a:r>
              <a:rPr lang="en-US" dirty="0" err="1"/>
              <a:t>en.wikipedia.org</a:t>
            </a:r>
            <a:r>
              <a:rPr lang="en-US" dirty="0"/>
              <a:t>/wiki/</a:t>
            </a:r>
            <a:r>
              <a:rPr lang="en-US" dirty="0" err="1"/>
              <a:t>Poisson_distribution</a:t>
            </a:r>
            <a:endParaRPr lang="en-US" dirty="0"/>
          </a:p>
          <a:p>
            <a:r>
              <a:rPr lang="en-US" dirty="0"/>
              <a:t>– https://</a:t>
            </a:r>
            <a:r>
              <a:rPr lang="en-US" dirty="0" err="1"/>
              <a:t>en.wikipedia.org</a:t>
            </a:r>
            <a:r>
              <a:rPr lang="en-US" dirty="0"/>
              <a:t>/wiki/</a:t>
            </a:r>
            <a:r>
              <a:rPr lang="en-US" dirty="0" err="1"/>
              <a:t>Exponential_distribution</a:t>
            </a:r>
            <a:endParaRPr lang="en-US" dirty="0"/>
          </a:p>
          <a:p>
            <a:endParaRPr lang="en-US" dirty="0"/>
          </a:p>
          <a:p>
            <a:r>
              <a:rPr lang="en-US" dirty="0"/>
              <a:t>Suppose you are sitting near the road. </a:t>
            </a:r>
          </a:p>
          <a:p>
            <a:r>
              <a:rPr lang="en-US" dirty="0"/>
              <a:t>You notice that on average you see 10 cars passing by every minute </a:t>
            </a:r>
          </a:p>
          <a:p>
            <a:r>
              <a:rPr lang="en-US" dirty="0"/>
              <a:t>(we say – the rate lambda = 10/min). </a:t>
            </a:r>
          </a:p>
          <a:p>
            <a:r>
              <a:rPr lang="en-US" dirty="0"/>
              <a:t>Knowing the average rate, what would be the probability </a:t>
            </a:r>
          </a:p>
          <a:p>
            <a:r>
              <a:rPr lang="en-US" dirty="0"/>
              <a:t>of having only 5 cars in one minute? </a:t>
            </a:r>
          </a:p>
          <a:p>
            <a:r>
              <a:rPr lang="en-US" dirty="0"/>
              <a:t>Or 15 cars? Or any given number? </a:t>
            </a:r>
          </a:p>
          <a:p>
            <a:r>
              <a:rPr lang="en-US" dirty="0"/>
              <a:t>Poisson Probability P(k) is the probability of a given </a:t>
            </a:r>
          </a:p>
          <a:p>
            <a:r>
              <a:rPr lang="en-US" dirty="0"/>
              <a:t>number of events occurring in a fixed interval (of time) </a:t>
            </a:r>
          </a:p>
          <a:p>
            <a:r>
              <a:rPr lang="en-US" dirty="0"/>
              <a:t>if these events occur with a known average rate </a:t>
            </a:r>
          </a:p>
          <a:p>
            <a:r>
              <a:rPr lang="en-US" dirty="0"/>
              <a:t>and independently of each other </a:t>
            </a:r>
          </a:p>
          <a:p>
            <a:r>
              <a:rPr lang="en-US" dirty="0"/>
              <a:t>and of the time since the previous events.</a:t>
            </a:r>
          </a:p>
          <a:p>
            <a:endParaRPr lang="en-US" dirty="0"/>
          </a:p>
          <a:p>
            <a:r>
              <a:rPr lang="en-US" dirty="0"/>
              <a:t>Poisson Formula</a:t>
            </a:r>
          </a:p>
          <a:p>
            <a:endParaRPr lang="en-US" dirty="0"/>
          </a:p>
          <a:p>
            <a:r>
              <a:rPr lang="en-US" dirty="0"/>
              <a:t>P(x) = (lambda**x)*exp(-lambda)/x!</a:t>
            </a:r>
          </a:p>
          <a:p>
            <a:endParaRPr lang="en-US" dirty="0"/>
          </a:p>
          <a:p>
            <a:r>
              <a:rPr lang="en-US" dirty="0"/>
              <a:t>For example, for x=0 (probability of zero events in given interval):</a:t>
            </a:r>
          </a:p>
          <a:p>
            <a:endParaRPr lang="en-US" dirty="0"/>
          </a:p>
          <a:p>
            <a:r>
              <a:rPr lang="en-US" dirty="0"/>
              <a:t>P(0) = (lambda**0)*exp(-lambda)/0! = 1*exp(-lambda)/1 = exp(-lambda)</a:t>
            </a:r>
          </a:p>
        </p:txBody>
      </p:sp>
      <p:sp>
        <p:nvSpPr>
          <p:cNvPr id="5" name="TextBox 4">
            <a:extLst>
              <a:ext uri="{FF2B5EF4-FFF2-40B4-BE49-F238E27FC236}">
                <a16:creationId xmlns:a16="http://schemas.microsoft.com/office/drawing/2014/main" id="{E72EEA3B-9D50-A145-B8FE-B6686486D979}"/>
              </a:ext>
            </a:extLst>
          </p:cNvPr>
          <p:cNvSpPr txBox="1"/>
          <p:nvPr/>
        </p:nvSpPr>
        <p:spPr>
          <a:xfrm>
            <a:off x="6096000" y="178676"/>
            <a:ext cx="6011917" cy="3816429"/>
          </a:xfrm>
          <a:prstGeom prst="rect">
            <a:avLst/>
          </a:prstGeom>
          <a:noFill/>
        </p:spPr>
        <p:txBody>
          <a:bodyPr wrap="square" rtlCol="0">
            <a:spAutoFit/>
          </a:bodyPr>
          <a:lstStyle/>
          <a:p>
            <a:r>
              <a:rPr lang="en-US" sz="1800" b="1" dirty="0">
                <a:solidFill>
                  <a:srgbClr val="0070C0"/>
                </a:solidFill>
              </a:rPr>
              <a:t>Poisson Distribution</a:t>
            </a:r>
          </a:p>
          <a:p>
            <a:endParaRPr lang="en-US" dirty="0"/>
          </a:p>
          <a:p>
            <a:r>
              <a:rPr lang="en-US" dirty="0"/>
              <a:t>Intervals between Poisson events distributed exponentially.</a:t>
            </a:r>
          </a:p>
          <a:p>
            <a:endParaRPr lang="en-US" dirty="0"/>
          </a:p>
          <a:p>
            <a:r>
              <a:rPr lang="en-US" dirty="0"/>
              <a:t>If we have events happening which follow Poisson Distribution, </a:t>
            </a:r>
          </a:p>
          <a:p>
            <a:r>
              <a:rPr lang="en-US" dirty="0"/>
              <a:t>we can measure the time intervals between these events.</a:t>
            </a:r>
          </a:p>
          <a:p>
            <a:endParaRPr lang="en-US" dirty="0"/>
          </a:p>
          <a:p>
            <a:r>
              <a:rPr lang="en-US" dirty="0"/>
              <a:t>Question: How these times will be distributed?</a:t>
            </a:r>
          </a:p>
          <a:p>
            <a:endParaRPr lang="en-US" dirty="0"/>
          </a:p>
          <a:p>
            <a:r>
              <a:rPr lang="en-US" dirty="0"/>
              <a:t>Answer: These times will have exponential distribution </a:t>
            </a:r>
          </a:p>
          <a:p>
            <a:r>
              <a:rPr lang="en-US" dirty="0"/>
              <a:t>with Probability Density Function (PDF) as:</a:t>
            </a:r>
          </a:p>
          <a:p>
            <a:endParaRPr lang="en-US" dirty="0"/>
          </a:p>
          <a:p>
            <a:r>
              <a:rPr lang="en-US" dirty="0"/>
              <a:t>f(t) = lambda*exp(-lambda*t)</a:t>
            </a:r>
          </a:p>
          <a:p>
            <a:endParaRPr lang="en-US" dirty="0"/>
          </a:p>
          <a:p>
            <a:r>
              <a:rPr lang="en-US" dirty="0"/>
              <a:t>The average time interval will be (1/lambda).</a:t>
            </a:r>
          </a:p>
          <a:p>
            <a:r>
              <a:rPr lang="en-US" dirty="0"/>
              <a:t>Standard deviation happens to be the same (1/lambda).</a:t>
            </a:r>
          </a:p>
          <a:p>
            <a:endParaRPr lang="en-US" dirty="0"/>
          </a:p>
        </p:txBody>
      </p:sp>
    </p:spTree>
    <p:extLst>
      <p:ext uri="{BB962C8B-B14F-4D97-AF65-F5344CB8AC3E}">
        <p14:creationId xmlns:p14="http://schemas.microsoft.com/office/powerpoint/2010/main" val="270158873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1EB5F268-965F-C142-A102-83C02389B555}"/>
              </a:ext>
            </a:extLst>
          </p:cNvPr>
          <p:cNvSpPr txBox="1"/>
          <p:nvPr/>
        </p:nvSpPr>
        <p:spPr>
          <a:xfrm>
            <a:off x="189186" y="178676"/>
            <a:ext cx="5906814" cy="2893100"/>
          </a:xfrm>
          <a:prstGeom prst="rect">
            <a:avLst/>
          </a:prstGeom>
          <a:noFill/>
        </p:spPr>
        <p:txBody>
          <a:bodyPr wrap="square" rtlCol="0">
            <a:spAutoFit/>
          </a:bodyPr>
          <a:lstStyle/>
          <a:p>
            <a:r>
              <a:rPr lang="en-US" dirty="0"/>
              <a:t>Uniform and Normal Distributions. Central Limit Theorem.</a:t>
            </a:r>
          </a:p>
          <a:p>
            <a:r>
              <a:rPr lang="en-US" dirty="0"/>
              <a:t>Uniform Distribution</a:t>
            </a:r>
          </a:p>
          <a:p>
            <a:endParaRPr lang="en-US" dirty="0"/>
          </a:p>
          <a:p>
            <a:r>
              <a:rPr lang="en-US" dirty="0"/>
              <a:t>If some value can change between some minimum and maximum </a:t>
            </a:r>
          </a:p>
          <a:p>
            <a:r>
              <a:rPr lang="en-US" dirty="0"/>
              <a:t>values a &amp; b, and the probability of any value in interval [</a:t>
            </a:r>
            <a:r>
              <a:rPr lang="en-US" dirty="0" err="1"/>
              <a:t>a,b</a:t>
            </a:r>
            <a:r>
              <a:rPr lang="en-US" dirty="0"/>
              <a:t>] </a:t>
            </a:r>
          </a:p>
          <a:p>
            <a:r>
              <a:rPr lang="en-US" dirty="0"/>
              <a:t>is the same, then we say that we have uniform distribution.</a:t>
            </a:r>
          </a:p>
          <a:p>
            <a:endParaRPr lang="en-US" dirty="0"/>
          </a:p>
          <a:p>
            <a:r>
              <a:rPr lang="en-US" dirty="0"/>
              <a:t>The PDF (Probability Density Function) for Uniform Distribution </a:t>
            </a:r>
          </a:p>
          <a:p>
            <a:r>
              <a:rPr lang="en-US" dirty="0"/>
              <a:t>looks like a rectangle with the height (1/(b-a)), </a:t>
            </a:r>
          </a:p>
          <a:p>
            <a:r>
              <a:rPr lang="en-US" dirty="0"/>
              <a:t>so that the total area under the curve is exactly 1.</a:t>
            </a:r>
          </a:p>
          <a:p>
            <a:endParaRPr lang="en-US" dirty="0"/>
          </a:p>
          <a:p>
            <a:r>
              <a:rPr lang="en-US" dirty="0"/>
              <a:t>More: Uniform distribution (continuous), Normal Distribution</a:t>
            </a:r>
          </a:p>
          <a:p>
            <a:endParaRPr lang="en-US" dirty="0"/>
          </a:p>
        </p:txBody>
      </p:sp>
      <p:sp>
        <p:nvSpPr>
          <p:cNvPr id="5" name="TextBox 4">
            <a:extLst>
              <a:ext uri="{FF2B5EF4-FFF2-40B4-BE49-F238E27FC236}">
                <a16:creationId xmlns:a16="http://schemas.microsoft.com/office/drawing/2014/main" id="{E72EEA3B-9D50-A145-B8FE-B6686486D979}"/>
              </a:ext>
            </a:extLst>
          </p:cNvPr>
          <p:cNvSpPr txBox="1"/>
          <p:nvPr/>
        </p:nvSpPr>
        <p:spPr>
          <a:xfrm>
            <a:off x="6096000" y="178676"/>
            <a:ext cx="6011917" cy="5909310"/>
          </a:xfrm>
          <a:prstGeom prst="rect">
            <a:avLst/>
          </a:prstGeom>
          <a:noFill/>
        </p:spPr>
        <p:txBody>
          <a:bodyPr wrap="square" rtlCol="0">
            <a:spAutoFit/>
          </a:bodyPr>
          <a:lstStyle/>
          <a:p>
            <a:r>
              <a:rPr lang="en-US" dirty="0"/>
              <a:t>Normal (Gaussian Bell-shaped) Distribution</a:t>
            </a:r>
          </a:p>
          <a:p>
            <a:endParaRPr lang="en-US" dirty="0"/>
          </a:p>
          <a:p>
            <a:r>
              <a:rPr lang="en-US" dirty="0"/>
              <a:t>The basic shape of the PDF is exp(-x*x/2) </a:t>
            </a:r>
          </a:p>
          <a:p>
            <a:r>
              <a:rPr lang="en-US" dirty="0"/>
              <a:t>You need to add a coefficient to normalize it to 1 </a:t>
            </a:r>
          </a:p>
          <a:p>
            <a:r>
              <a:rPr lang="en-US" dirty="0"/>
              <a:t>(means – make area under the curve equal to exactly 1). </a:t>
            </a:r>
          </a:p>
          <a:p>
            <a:r>
              <a:rPr lang="en-US" dirty="0"/>
              <a:t>You can also have the curves have different position </a:t>
            </a:r>
          </a:p>
          <a:p>
            <a:r>
              <a:rPr lang="en-US" dirty="0"/>
              <a:t>(average value) and different width (sigma).</a:t>
            </a:r>
          </a:p>
          <a:p>
            <a:endParaRPr lang="en-US" dirty="0"/>
          </a:p>
          <a:p>
            <a:r>
              <a:rPr lang="en-US" dirty="0"/>
              <a:t>Normal Distribution</a:t>
            </a:r>
          </a:p>
          <a:p>
            <a:endParaRPr lang="en-US" dirty="0"/>
          </a:p>
          <a:p>
            <a:r>
              <a:rPr lang="en-US" dirty="0"/>
              <a:t>Please see Generic formula and shape.</a:t>
            </a:r>
          </a:p>
          <a:p>
            <a:endParaRPr lang="en-US" dirty="0"/>
          </a:p>
          <a:p>
            <a:r>
              <a:rPr lang="en-US" dirty="0"/>
              <a:t>The normal distribution is very common in nature. </a:t>
            </a:r>
          </a:p>
          <a:p>
            <a:r>
              <a:rPr lang="en-US" dirty="0"/>
              <a:t>Because when we have big number of sets of variables, </a:t>
            </a:r>
          </a:p>
          <a:p>
            <a:r>
              <a:rPr lang="en-US" dirty="0"/>
              <a:t>the distribution of parameters of these sets (for example, averages) </a:t>
            </a:r>
          </a:p>
          <a:p>
            <a:r>
              <a:rPr lang="en-US" dirty="0"/>
              <a:t>tend to converge to this bell form. </a:t>
            </a:r>
          </a:p>
          <a:p>
            <a:r>
              <a:rPr lang="en-US" dirty="0"/>
              <a:t>This fact is called Central Limit Theorem.</a:t>
            </a:r>
          </a:p>
          <a:p>
            <a:endParaRPr lang="en-US" dirty="0"/>
          </a:p>
          <a:p>
            <a:r>
              <a:rPr lang="en-US" dirty="0"/>
              <a:t>In other words, suppose we have a variable with exponential </a:t>
            </a:r>
          </a:p>
          <a:p>
            <a:r>
              <a:rPr lang="en-US" dirty="0"/>
              <a:t>distribution (or any other distribution). </a:t>
            </a:r>
          </a:p>
          <a:p>
            <a:r>
              <a:rPr lang="en-US" dirty="0"/>
              <a:t>Suppose we get a sample set of N1 values, and we have N2 such sets. </a:t>
            </a:r>
          </a:p>
          <a:p>
            <a:r>
              <a:rPr lang="en-US" dirty="0"/>
              <a:t>We calculate an average in each set – so we have N2 average values.</a:t>
            </a:r>
          </a:p>
          <a:p>
            <a:endParaRPr lang="en-US" dirty="0"/>
          </a:p>
          <a:p>
            <a:r>
              <a:rPr lang="en-US" dirty="0"/>
              <a:t>Question: How will these average values be distributed?</a:t>
            </a:r>
          </a:p>
          <a:p>
            <a:endParaRPr lang="en-US" dirty="0"/>
          </a:p>
          <a:p>
            <a:r>
              <a:rPr lang="en-US" dirty="0"/>
              <a:t>Answer: As N1 &amp; N2 become big enough, the distribution </a:t>
            </a:r>
          </a:p>
          <a:p>
            <a:r>
              <a:rPr lang="en-US" dirty="0"/>
              <a:t>will get close to the Normal Gaussian bell curve.</a:t>
            </a:r>
          </a:p>
        </p:txBody>
      </p:sp>
    </p:spTree>
    <p:extLst>
      <p:ext uri="{BB962C8B-B14F-4D97-AF65-F5344CB8AC3E}">
        <p14:creationId xmlns:p14="http://schemas.microsoft.com/office/powerpoint/2010/main" val="3913745046"/>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1EB5F268-965F-C142-A102-83C02389B555}"/>
              </a:ext>
            </a:extLst>
          </p:cNvPr>
          <p:cNvSpPr txBox="1"/>
          <p:nvPr/>
        </p:nvSpPr>
        <p:spPr>
          <a:xfrm>
            <a:off x="189186" y="178676"/>
            <a:ext cx="5906814" cy="5478423"/>
          </a:xfrm>
          <a:prstGeom prst="rect">
            <a:avLst/>
          </a:prstGeom>
          <a:noFill/>
        </p:spPr>
        <p:txBody>
          <a:bodyPr wrap="square" rtlCol="0">
            <a:spAutoFit/>
          </a:bodyPr>
          <a:lstStyle/>
          <a:p>
            <a:r>
              <a:rPr lang="en-US" dirty="0"/>
              <a:t>Interesting that if the original variable has some other </a:t>
            </a:r>
          </a:p>
          <a:p>
            <a:r>
              <a:rPr lang="en-US" dirty="0"/>
              <a:t>distribution (not exponential, but something else – uniform, </a:t>
            </a:r>
          </a:p>
          <a:p>
            <a:r>
              <a:rPr lang="en-US" dirty="0"/>
              <a:t>Poisson, </a:t>
            </a:r>
            <a:r>
              <a:rPr lang="en-US" dirty="0" err="1"/>
              <a:t>etc</a:t>
            </a:r>
            <a:r>
              <a:rPr lang="en-US" dirty="0"/>
              <a:t>), we will still get the Normal distribution!</a:t>
            </a:r>
          </a:p>
          <a:p>
            <a:endParaRPr lang="en-US" dirty="0"/>
          </a:p>
          <a:p>
            <a:r>
              <a:rPr lang="en-US" dirty="0"/>
              <a:t>See Illustration of the central limit theorem. </a:t>
            </a:r>
          </a:p>
          <a:p>
            <a:r>
              <a:rPr lang="en-US" dirty="0"/>
              <a:t>On that page you can select the shape of the underlying </a:t>
            </a:r>
          </a:p>
          <a:p>
            <a:r>
              <a:rPr lang="en-US" dirty="0"/>
              <a:t>distribution and see how regardless of that distribution, </a:t>
            </a:r>
          </a:p>
          <a:p>
            <a:r>
              <a:rPr lang="en-US" dirty="0"/>
              <a:t>the result is always the Normal distribution.</a:t>
            </a:r>
          </a:p>
          <a:p>
            <a:endParaRPr lang="en-US" dirty="0"/>
          </a:p>
          <a:p>
            <a:r>
              <a:rPr lang="en-US" dirty="0"/>
              <a:t>See also:</a:t>
            </a:r>
          </a:p>
          <a:p>
            <a:endParaRPr lang="en-US" dirty="0"/>
          </a:p>
          <a:p>
            <a:r>
              <a:rPr lang="en-US" dirty="0"/>
              <a:t>Central Limit Theorem – Uniform Distribution</a:t>
            </a:r>
          </a:p>
          <a:p>
            <a:r>
              <a:rPr lang="en-US" dirty="0"/>
              <a:t>Central Limit Theorem – Parabolic Distribution</a:t>
            </a:r>
          </a:p>
          <a:p>
            <a:r>
              <a:rPr lang="en-US" dirty="0"/>
              <a:t>Central Limit Theorem – Triangular Distribution</a:t>
            </a:r>
          </a:p>
          <a:p>
            <a:r>
              <a:rPr lang="en-US" dirty="0"/>
              <a:t>There are also some nice animated demonstrations – just google for them.</a:t>
            </a:r>
          </a:p>
          <a:p>
            <a:endParaRPr lang="en-US" dirty="0"/>
          </a:p>
          <a:p>
            <a:r>
              <a:rPr lang="en-US" dirty="0"/>
              <a:t>De </a:t>
            </a:r>
            <a:r>
              <a:rPr lang="en-US" dirty="0" err="1"/>
              <a:t>Moivre</a:t>
            </a:r>
            <a:r>
              <a:rPr lang="en-US" dirty="0"/>
              <a:t>–Laplace theorem</a:t>
            </a:r>
          </a:p>
          <a:p>
            <a:endParaRPr lang="en-US" dirty="0"/>
          </a:p>
          <a:p>
            <a:r>
              <a:rPr lang="en-US" dirty="0"/>
              <a:t>De </a:t>
            </a:r>
            <a:r>
              <a:rPr lang="en-US" dirty="0" err="1"/>
              <a:t>Moire</a:t>
            </a:r>
            <a:r>
              <a:rPr lang="en-US" dirty="0"/>
              <a:t>-Laplace theorem is a simple demonstration </a:t>
            </a:r>
          </a:p>
          <a:p>
            <a:r>
              <a:rPr lang="en-US" dirty="0"/>
              <a:t>how a symmetrical binomial distribution can be approximated </a:t>
            </a:r>
          </a:p>
          <a:p>
            <a:r>
              <a:rPr lang="en-US" dirty="0"/>
              <a:t>by Gaussian bell curve (under certain conditions). </a:t>
            </a:r>
          </a:p>
          <a:p>
            <a:r>
              <a:rPr lang="en-US" dirty="0"/>
              <a:t>See video demonstration below.</a:t>
            </a:r>
          </a:p>
          <a:p>
            <a:endParaRPr lang="en-US" dirty="0"/>
          </a:p>
          <a:p>
            <a:r>
              <a:rPr lang="en-US" dirty="0"/>
              <a:t>https://</a:t>
            </a:r>
            <a:r>
              <a:rPr lang="en-US" dirty="0" err="1"/>
              <a:t>en.wikipedia.org</a:t>
            </a:r>
            <a:r>
              <a:rPr lang="en-US" dirty="0"/>
              <a:t>/wiki/</a:t>
            </a:r>
            <a:r>
              <a:rPr lang="en-US" dirty="0" err="1"/>
              <a:t>De_Moivre</a:t>
            </a:r>
            <a:r>
              <a:rPr lang="en-US" dirty="0"/>
              <a:t>–</a:t>
            </a:r>
            <a:r>
              <a:rPr lang="en-US" dirty="0" err="1"/>
              <a:t>Laplace_theorem</a:t>
            </a:r>
            <a:endParaRPr lang="en-US" dirty="0"/>
          </a:p>
        </p:txBody>
      </p:sp>
      <p:sp>
        <p:nvSpPr>
          <p:cNvPr id="5" name="TextBox 4">
            <a:extLst>
              <a:ext uri="{FF2B5EF4-FFF2-40B4-BE49-F238E27FC236}">
                <a16:creationId xmlns:a16="http://schemas.microsoft.com/office/drawing/2014/main" id="{E72EEA3B-9D50-A145-B8FE-B6686486D979}"/>
              </a:ext>
            </a:extLst>
          </p:cNvPr>
          <p:cNvSpPr txBox="1"/>
          <p:nvPr/>
        </p:nvSpPr>
        <p:spPr>
          <a:xfrm>
            <a:off x="6096000" y="178676"/>
            <a:ext cx="6011917" cy="6340197"/>
          </a:xfrm>
          <a:prstGeom prst="rect">
            <a:avLst/>
          </a:prstGeom>
          <a:noFill/>
        </p:spPr>
        <p:txBody>
          <a:bodyPr wrap="square" rtlCol="0">
            <a:spAutoFit/>
          </a:bodyPr>
          <a:lstStyle/>
          <a:p>
            <a:r>
              <a:rPr lang="en-US" dirty="0"/>
              <a:t>Introduction into Statistics</a:t>
            </a:r>
          </a:p>
          <a:p>
            <a:endParaRPr lang="en-US" dirty="0"/>
          </a:p>
          <a:p>
            <a:r>
              <a:rPr lang="en-US" dirty="0"/>
              <a:t>“Statistics is the study of the collection, analysis, </a:t>
            </a:r>
          </a:p>
          <a:p>
            <a:r>
              <a:rPr lang="en-US" dirty="0"/>
              <a:t>interpretation, presentation, and organization of data.” </a:t>
            </a:r>
          </a:p>
          <a:p>
            <a:r>
              <a:rPr lang="en-US" dirty="0"/>
              <a:t>( Source: Wikipedia article about Statistics.)</a:t>
            </a:r>
          </a:p>
          <a:p>
            <a:endParaRPr lang="en-US" dirty="0"/>
          </a:p>
          <a:p>
            <a:r>
              <a:rPr lang="en-US" dirty="0"/>
              <a:t>Being a Statistician is the major part of being a Data Scientist. </a:t>
            </a:r>
          </a:p>
          <a:p>
            <a:r>
              <a:rPr lang="en-US" dirty="0"/>
              <a:t>And it is tricky, because there is easy to misuse statistics:</a:t>
            </a:r>
          </a:p>
          <a:p>
            <a:r>
              <a:rPr lang="en-US" dirty="0"/>
              <a:t>“There are three kinds of lies: lies, damned lies, and statistics.” </a:t>
            </a:r>
          </a:p>
          <a:p>
            <a:r>
              <a:rPr lang="en-US" dirty="0"/>
              <a:t>(Source: Lies, damned lies, and statistics)</a:t>
            </a:r>
          </a:p>
          <a:p>
            <a:endParaRPr lang="en-US" dirty="0"/>
          </a:p>
          <a:p>
            <a:r>
              <a:rPr lang="en-US" dirty="0"/>
              <a:t>Statistics involves</a:t>
            </a:r>
          </a:p>
          <a:p>
            <a:endParaRPr lang="en-US" dirty="0"/>
          </a:p>
          <a:p>
            <a:r>
              <a:rPr lang="en-US" dirty="0"/>
              <a:t>Collecting (sampling) the data from different kind of observations</a:t>
            </a:r>
          </a:p>
          <a:p>
            <a:r>
              <a:rPr lang="en-US" dirty="0"/>
              <a:t>Visualizing the data, estimating the parameters (average/mean values, errors, etc.)</a:t>
            </a:r>
          </a:p>
          <a:p>
            <a:r>
              <a:rPr lang="en-US" dirty="0"/>
              <a:t>Testing validity of a hypothesis (null hypothesis) – or alternative hypothesis</a:t>
            </a:r>
          </a:p>
          <a:p>
            <a:r>
              <a:rPr lang="en-US" dirty="0"/>
              <a:t>Estimating intervals, estimating significance of observed differences, etc.</a:t>
            </a:r>
          </a:p>
          <a:p>
            <a:endParaRPr lang="en-US" dirty="0"/>
          </a:p>
          <a:p>
            <a:r>
              <a:rPr lang="en-US" dirty="0"/>
              <a:t>Here are some basic formulas:</a:t>
            </a:r>
          </a:p>
          <a:p>
            <a:endParaRPr lang="en-US" dirty="0"/>
          </a:p>
          <a:p>
            <a:r>
              <a:rPr lang="en-US" dirty="0"/>
              <a:t>Statistics formulas</a:t>
            </a:r>
          </a:p>
          <a:p>
            <a:endParaRPr lang="en-US" dirty="0"/>
          </a:p>
          <a:p>
            <a:r>
              <a:rPr lang="en-US" dirty="0"/>
              <a:t>Intuitive explanation for dividing by (n-1) </a:t>
            </a:r>
          </a:p>
          <a:p>
            <a:r>
              <a:rPr lang="en-US" dirty="0"/>
              <a:t>when calculating standard deviation:</a:t>
            </a:r>
          </a:p>
          <a:p>
            <a:r>
              <a:rPr lang="en-US" dirty="0"/>
              <a:t>– http://</a:t>
            </a:r>
            <a:r>
              <a:rPr lang="en-US" dirty="0" err="1"/>
              <a:t>stats.stackexchange.com</a:t>
            </a:r>
            <a:r>
              <a:rPr lang="en-US" dirty="0"/>
              <a:t>/questions/3931/intuitive-explanation-for-dividing-by-n-1-when-calculating-standard-deviation</a:t>
            </a:r>
          </a:p>
          <a:p>
            <a:endParaRPr lang="en-US" dirty="0"/>
          </a:p>
        </p:txBody>
      </p:sp>
    </p:spTree>
    <p:extLst>
      <p:ext uri="{BB962C8B-B14F-4D97-AF65-F5344CB8AC3E}">
        <p14:creationId xmlns:p14="http://schemas.microsoft.com/office/powerpoint/2010/main" val="4004690225"/>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1EB5F268-965F-C142-A102-83C02389B555}"/>
              </a:ext>
            </a:extLst>
          </p:cNvPr>
          <p:cNvSpPr txBox="1"/>
          <p:nvPr/>
        </p:nvSpPr>
        <p:spPr>
          <a:xfrm>
            <a:off x="189186" y="178676"/>
            <a:ext cx="5906814" cy="6370975"/>
          </a:xfrm>
          <a:prstGeom prst="rect">
            <a:avLst/>
          </a:prstGeom>
          <a:noFill/>
        </p:spPr>
        <p:txBody>
          <a:bodyPr wrap="square" rtlCol="0">
            <a:spAutoFit/>
          </a:bodyPr>
          <a:lstStyle/>
          <a:p>
            <a:r>
              <a:rPr lang="en-US" sz="1200" dirty="0"/>
              <a:t>More advanced topics:</a:t>
            </a:r>
          </a:p>
          <a:p>
            <a:endParaRPr lang="en-US" sz="1200" dirty="0"/>
          </a:p>
          <a:p>
            <a:r>
              <a:rPr lang="en-US" sz="1200" dirty="0"/>
              <a:t>Linear Regression </a:t>
            </a:r>
          </a:p>
          <a:p>
            <a:r>
              <a:rPr lang="en-US" sz="1200" dirty="0"/>
              <a:t>  – draw a line through experimental points.</a:t>
            </a:r>
          </a:p>
          <a:p>
            <a:r>
              <a:rPr lang="en-US" sz="1200" dirty="0"/>
              <a:t>  – ( https://</a:t>
            </a:r>
            <a:r>
              <a:rPr lang="en-US" sz="1200" dirty="0" err="1"/>
              <a:t>en.wikipedia.org</a:t>
            </a:r>
            <a:r>
              <a:rPr lang="en-US" sz="1200" dirty="0"/>
              <a:t>/wiki/</a:t>
            </a:r>
            <a:r>
              <a:rPr lang="en-US" sz="1200" dirty="0" err="1"/>
              <a:t>Linear_regression</a:t>
            </a:r>
            <a:r>
              <a:rPr lang="en-US" sz="1200" dirty="0"/>
              <a:t> ) </a:t>
            </a:r>
          </a:p>
          <a:p>
            <a:endParaRPr lang="en-US" sz="1200" dirty="0"/>
          </a:p>
          <a:p>
            <a:r>
              <a:rPr lang="en-US" sz="1200" dirty="0"/>
              <a:t>Simple Linear Regression </a:t>
            </a:r>
          </a:p>
          <a:p>
            <a:r>
              <a:rPr lang="en-US" sz="1200" dirty="0"/>
              <a:t>  – ( https://</a:t>
            </a:r>
            <a:r>
              <a:rPr lang="en-US" sz="1200" dirty="0" err="1"/>
              <a:t>en.wikipedia.org</a:t>
            </a:r>
            <a:r>
              <a:rPr lang="en-US" sz="1200" dirty="0"/>
              <a:t>/wiki/</a:t>
            </a:r>
            <a:r>
              <a:rPr lang="en-US" sz="1200" dirty="0" err="1"/>
              <a:t>Simple_linear_regression</a:t>
            </a:r>
            <a:r>
              <a:rPr lang="en-US" sz="1200" dirty="0"/>
              <a:t> ) </a:t>
            </a:r>
          </a:p>
          <a:p>
            <a:r>
              <a:rPr lang="en-US" sz="1200" dirty="0"/>
              <a:t>  – the  least squares estimator of a linear regression model.</a:t>
            </a:r>
          </a:p>
          <a:p>
            <a:endParaRPr lang="en-US" sz="1200" dirty="0"/>
          </a:p>
          <a:p>
            <a:r>
              <a:rPr lang="en-US" sz="1200" dirty="0"/>
              <a:t>Here is the simplest standard OLS method (OLS = Ordinary Least Squares).</a:t>
            </a:r>
          </a:p>
          <a:p>
            <a:endParaRPr lang="en-US" sz="1200" dirty="0"/>
          </a:p>
          <a:p>
            <a:r>
              <a:rPr lang="en-US" sz="1200" dirty="0"/>
              <a:t>    </a:t>
            </a:r>
            <a:r>
              <a:rPr lang="en-US" sz="1200" dirty="0" err="1"/>
              <a:t>ym</a:t>
            </a:r>
            <a:r>
              <a:rPr lang="en-US" sz="1200" dirty="0"/>
              <a:t> = </a:t>
            </a:r>
            <a:r>
              <a:rPr lang="en-US" sz="1200" dirty="0" err="1"/>
              <a:t>y_mean</a:t>
            </a:r>
            <a:r>
              <a:rPr lang="en-US" sz="1200" dirty="0"/>
              <a:t> = sum(y)/N</a:t>
            </a:r>
          </a:p>
          <a:p>
            <a:r>
              <a:rPr lang="en-US" sz="1200" dirty="0"/>
              <a:t>    </a:t>
            </a:r>
            <a:r>
              <a:rPr lang="en-US" sz="1200" dirty="0" err="1"/>
              <a:t>xm</a:t>
            </a:r>
            <a:r>
              <a:rPr lang="en-US" sz="1200" dirty="0"/>
              <a:t> = </a:t>
            </a:r>
            <a:r>
              <a:rPr lang="en-US" sz="1200" dirty="0" err="1"/>
              <a:t>x_mean</a:t>
            </a:r>
            <a:r>
              <a:rPr lang="en-US" sz="1200" dirty="0"/>
              <a:t> = sum(x)/N</a:t>
            </a:r>
          </a:p>
          <a:p>
            <a:r>
              <a:rPr lang="en-US" sz="1200" dirty="0"/>
              <a:t>    </a:t>
            </a:r>
          </a:p>
          <a:p>
            <a:r>
              <a:rPr lang="en-US" sz="1200" dirty="0"/>
              <a:t>    var(x) = variance(x) = sum((x-</a:t>
            </a:r>
            <a:r>
              <a:rPr lang="en-US" sz="1200" dirty="0" err="1"/>
              <a:t>xm</a:t>
            </a:r>
            <a:r>
              <a:rPr lang="en-US" sz="1200" dirty="0"/>
              <a:t>)^2)</a:t>
            </a:r>
          </a:p>
          <a:p>
            <a:r>
              <a:rPr lang="en-US" sz="1200" dirty="0"/>
              <a:t>    </a:t>
            </a:r>
            <a:r>
              <a:rPr lang="en-US" sz="1200" dirty="0" err="1"/>
              <a:t>covar</a:t>
            </a:r>
            <a:r>
              <a:rPr lang="en-US" sz="1200" dirty="0"/>
              <a:t>(</a:t>
            </a:r>
            <a:r>
              <a:rPr lang="en-US" sz="1200" dirty="0" err="1"/>
              <a:t>x,y</a:t>
            </a:r>
            <a:r>
              <a:rPr lang="en-US" sz="1200" dirty="0"/>
              <a:t>) = covariance(</a:t>
            </a:r>
            <a:r>
              <a:rPr lang="en-US" sz="1200" dirty="0" err="1"/>
              <a:t>x,y</a:t>
            </a:r>
            <a:r>
              <a:rPr lang="en-US" sz="1200" dirty="0"/>
              <a:t>) = sum((y-</a:t>
            </a:r>
            <a:r>
              <a:rPr lang="en-US" sz="1200" dirty="0" err="1"/>
              <a:t>ym</a:t>
            </a:r>
            <a:r>
              <a:rPr lang="en-US" sz="1200" dirty="0"/>
              <a:t>)*(x-</a:t>
            </a:r>
            <a:r>
              <a:rPr lang="en-US" sz="1200" dirty="0" err="1"/>
              <a:t>xm</a:t>
            </a:r>
            <a:r>
              <a:rPr lang="en-US" sz="1200" dirty="0"/>
              <a:t>))</a:t>
            </a:r>
          </a:p>
          <a:p>
            <a:r>
              <a:rPr lang="en-US" sz="1200" dirty="0"/>
              <a:t>    </a:t>
            </a:r>
          </a:p>
          <a:p>
            <a:r>
              <a:rPr lang="en-US" sz="1200" dirty="0"/>
              <a:t>    slope b = </a:t>
            </a:r>
            <a:r>
              <a:rPr lang="en-US" sz="1200" dirty="0" err="1"/>
              <a:t>covar</a:t>
            </a:r>
            <a:r>
              <a:rPr lang="en-US" sz="1200" dirty="0"/>
              <a:t>(</a:t>
            </a:r>
            <a:r>
              <a:rPr lang="en-US" sz="1200" dirty="0" err="1"/>
              <a:t>x,y</a:t>
            </a:r>
            <a:r>
              <a:rPr lang="en-US" sz="1200" dirty="0"/>
              <a:t>) / var(x)</a:t>
            </a:r>
          </a:p>
          <a:p>
            <a:r>
              <a:rPr lang="en-US" sz="1200" dirty="0"/>
              <a:t>    intercept a = </a:t>
            </a:r>
            <a:r>
              <a:rPr lang="en-US" sz="1200" dirty="0" err="1"/>
              <a:t>ym</a:t>
            </a:r>
            <a:r>
              <a:rPr lang="en-US" sz="1200" dirty="0"/>
              <a:t> - b*</a:t>
            </a:r>
            <a:r>
              <a:rPr lang="en-US" sz="1200" dirty="0" err="1"/>
              <a:t>xm</a:t>
            </a:r>
            <a:endParaRPr lang="en-US" sz="1200" dirty="0"/>
          </a:p>
          <a:p>
            <a:r>
              <a:rPr lang="en-US" sz="1200" dirty="0"/>
              <a:t>    </a:t>
            </a:r>
          </a:p>
          <a:p>
            <a:r>
              <a:rPr lang="en-US" sz="1200" dirty="0"/>
              <a:t>    We can simplify as following:</a:t>
            </a:r>
          </a:p>
          <a:p>
            <a:endParaRPr lang="en-US" sz="1200" dirty="0"/>
          </a:p>
          <a:p>
            <a:r>
              <a:rPr lang="en-US" sz="1200" dirty="0"/>
              <a:t>    var(x) = sum((x-</a:t>
            </a:r>
            <a:r>
              <a:rPr lang="en-US" sz="1200" dirty="0" err="1"/>
              <a:t>xm</a:t>
            </a:r>
            <a:r>
              <a:rPr lang="en-US" sz="1200" dirty="0"/>
              <a:t>)^2) = sum(x^2) - sum(2*x*</a:t>
            </a:r>
            <a:r>
              <a:rPr lang="en-US" sz="1200" dirty="0" err="1"/>
              <a:t>xm</a:t>
            </a:r>
            <a:r>
              <a:rPr lang="en-US" sz="1200" dirty="0"/>
              <a:t>) + sum(xm^2) = sum(x^2) - N*xm^2</a:t>
            </a:r>
          </a:p>
          <a:p>
            <a:r>
              <a:rPr lang="en-US" sz="1200" dirty="0"/>
              <a:t>    </a:t>
            </a:r>
            <a:r>
              <a:rPr lang="en-US" sz="1200" dirty="0" err="1"/>
              <a:t>covar</a:t>
            </a:r>
            <a:r>
              <a:rPr lang="en-US" sz="1200" dirty="0"/>
              <a:t>(</a:t>
            </a:r>
            <a:r>
              <a:rPr lang="en-US" sz="1200" dirty="0" err="1"/>
              <a:t>x,y</a:t>
            </a:r>
            <a:r>
              <a:rPr lang="en-US" sz="1200" dirty="0"/>
              <a:t>) = ... using similar logic = sum(y*x) - N*</a:t>
            </a:r>
            <a:r>
              <a:rPr lang="en-US" sz="1200" dirty="0" err="1"/>
              <a:t>xm</a:t>
            </a:r>
            <a:r>
              <a:rPr lang="en-US" sz="1200" dirty="0"/>
              <a:t>*</a:t>
            </a:r>
            <a:r>
              <a:rPr lang="en-US" sz="1200" dirty="0" err="1"/>
              <a:t>ym</a:t>
            </a:r>
            <a:endParaRPr lang="en-US" sz="1200" dirty="0"/>
          </a:p>
          <a:p>
            <a:r>
              <a:rPr lang="en-US" sz="1200" dirty="0"/>
              <a:t>    </a:t>
            </a:r>
          </a:p>
          <a:p>
            <a:r>
              <a:rPr lang="en-US" sz="1200" dirty="0"/>
              <a:t>    So:</a:t>
            </a:r>
          </a:p>
          <a:p>
            <a:endParaRPr lang="en-US" sz="1200" dirty="0"/>
          </a:p>
          <a:p>
            <a:r>
              <a:rPr lang="en-US" sz="1200" dirty="0"/>
              <a:t>    slope b = (sum(y*x) - N*</a:t>
            </a:r>
            <a:r>
              <a:rPr lang="en-US" sz="1200" dirty="0" err="1"/>
              <a:t>xm</a:t>
            </a:r>
            <a:r>
              <a:rPr lang="en-US" sz="1200" dirty="0"/>
              <a:t>*</a:t>
            </a:r>
            <a:r>
              <a:rPr lang="en-US" sz="1200" dirty="0" err="1"/>
              <a:t>ym</a:t>
            </a:r>
            <a:r>
              <a:rPr lang="en-US" sz="1200" dirty="0"/>
              <a:t>) / (sum(x^2) - N*xm^2)</a:t>
            </a:r>
          </a:p>
          <a:p>
            <a:r>
              <a:rPr lang="en-US" sz="1200" dirty="0"/>
              <a:t>    intercept a = </a:t>
            </a:r>
            <a:r>
              <a:rPr lang="en-US" sz="1200" dirty="0" err="1"/>
              <a:t>ym</a:t>
            </a:r>
            <a:r>
              <a:rPr lang="en-US" sz="1200" dirty="0"/>
              <a:t> - b*</a:t>
            </a:r>
            <a:r>
              <a:rPr lang="en-US" sz="1200" dirty="0" err="1"/>
              <a:t>xm</a:t>
            </a:r>
            <a:r>
              <a:rPr lang="en-US" sz="1200" dirty="0"/>
              <a:t> = (</a:t>
            </a:r>
            <a:r>
              <a:rPr lang="en-US" sz="1200" dirty="0" err="1"/>
              <a:t>ym</a:t>
            </a:r>
            <a:r>
              <a:rPr lang="en-US" sz="1200" dirty="0"/>
              <a:t> * sum(x^2) - </a:t>
            </a:r>
            <a:r>
              <a:rPr lang="en-US" sz="1200" dirty="0" err="1"/>
              <a:t>ym</a:t>
            </a:r>
            <a:r>
              <a:rPr lang="en-US" sz="1200" dirty="0"/>
              <a:t>*N*xm^2 -</a:t>
            </a:r>
            <a:r>
              <a:rPr lang="en-US" sz="1200" dirty="0" err="1"/>
              <a:t>xm</a:t>
            </a:r>
            <a:r>
              <a:rPr lang="en-US" sz="1200" dirty="0"/>
              <a:t>*sum(y*x)+</a:t>
            </a:r>
            <a:r>
              <a:rPr lang="en-US" sz="1200" dirty="0" err="1"/>
              <a:t>xm</a:t>
            </a:r>
            <a:r>
              <a:rPr lang="en-US" sz="1200" dirty="0"/>
              <a:t>*N*</a:t>
            </a:r>
            <a:r>
              <a:rPr lang="en-US" sz="1200" dirty="0" err="1"/>
              <a:t>xm</a:t>
            </a:r>
            <a:r>
              <a:rPr lang="en-US" sz="1200" dirty="0"/>
              <a:t>*</a:t>
            </a:r>
            <a:r>
              <a:rPr lang="en-US" sz="1200" dirty="0" err="1"/>
              <a:t>ym</a:t>
            </a:r>
            <a:r>
              <a:rPr lang="en-US" sz="1200" dirty="0"/>
              <a:t>)/(sum(x^2) - N*xm^2)</a:t>
            </a:r>
          </a:p>
          <a:p>
            <a:r>
              <a:rPr lang="en-US" sz="1200" dirty="0"/>
              <a:t>      = (</a:t>
            </a:r>
            <a:r>
              <a:rPr lang="en-US" sz="1200" dirty="0" err="1"/>
              <a:t>ym</a:t>
            </a:r>
            <a:r>
              <a:rPr lang="en-US" sz="1200" dirty="0"/>
              <a:t> * sum(x^2) -</a:t>
            </a:r>
            <a:r>
              <a:rPr lang="en-US" sz="1200" dirty="0" err="1"/>
              <a:t>xm</a:t>
            </a:r>
            <a:r>
              <a:rPr lang="en-US" sz="1200" dirty="0"/>
              <a:t>*sum(y*x))/(sum(x^2) - N*xm^2)</a:t>
            </a:r>
          </a:p>
          <a:p>
            <a:endParaRPr lang="en-US" sz="1200" dirty="0"/>
          </a:p>
        </p:txBody>
      </p:sp>
      <p:sp>
        <p:nvSpPr>
          <p:cNvPr id="5" name="TextBox 4">
            <a:extLst>
              <a:ext uri="{FF2B5EF4-FFF2-40B4-BE49-F238E27FC236}">
                <a16:creationId xmlns:a16="http://schemas.microsoft.com/office/drawing/2014/main" id="{E72EEA3B-9D50-A145-B8FE-B6686486D979}"/>
              </a:ext>
            </a:extLst>
          </p:cNvPr>
          <p:cNvSpPr txBox="1"/>
          <p:nvPr/>
        </p:nvSpPr>
        <p:spPr>
          <a:xfrm>
            <a:off x="6096000" y="178676"/>
            <a:ext cx="6011917" cy="2462213"/>
          </a:xfrm>
          <a:prstGeom prst="rect">
            <a:avLst/>
          </a:prstGeom>
          <a:noFill/>
        </p:spPr>
        <p:txBody>
          <a:bodyPr wrap="square" rtlCol="0">
            <a:spAutoFit/>
          </a:bodyPr>
          <a:lstStyle/>
          <a:p>
            <a:r>
              <a:rPr lang="en-US" dirty="0"/>
              <a:t>When drawing a curve through experimental points, </a:t>
            </a:r>
          </a:p>
          <a:p>
            <a:r>
              <a:rPr lang="en-US" dirty="0"/>
              <a:t>it is very important to estimate how good this curve </a:t>
            </a:r>
          </a:p>
          <a:p>
            <a:r>
              <a:rPr lang="en-US" dirty="0"/>
              <a:t>fits the data. </a:t>
            </a:r>
          </a:p>
          <a:p>
            <a:r>
              <a:rPr lang="en-US" dirty="0"/>
              <a:t>And if fitting the data with this curve makes sense. </a:t>
            </a:r>
          </a:p>
          <a:p>
            <a:r>
              <a:rPr lang="en-US" dirty="0"/>
              <a:t>For this you can use the Coefficient of Determination:</a:t>
            </a:r>
          </a:p>
          <a:p>
            <a:endParaRPr lang="en-US" dirty="0"/>
          </a:p>
          <a:p>
            <a:r>
              <a:rPr lang="en-US" dirty="0"/>
              <a:t>  Coefficient of Determination R2 </a:t>
            </a:r>
          </a:p>
          <a:p>
            <a:r>
              <a:rPr lang="en-US" dirty="0"/>
              <a:t>    – ( https://</a:t>
            </a:r>
            <a:r>
              <a:rPr lang="en-US" dirty="0" err="1"/>
              <a:t>en.wikipedia.org</a:t>
            </a:r>
            <a:r>
              <a:rPr lang="en-US" dirty="0"/>
              <a:t>/wiki/</a:t>
            </a:r>
            <a:r>
              <a:rPr lang="en-US" dirty="0" err="1"/>
              <a:t>Coefficient_of_determination</a:t>
            </a:r>
            <a:r>
              <a:rPr lang="en-US" dirty="0"/>
              <a:t> ) </a:t>
            </a:r>
          </a:p>
          <a:p>
            <a:r>
              <a:rPr lang="en-US" dirty="0"/>
              <a:t>    – pronounced “R squared”, is a number between 0 and 1. </a:t>
            </a:r>
          </a:p>
          <a:p>
            <a:r>
              <a:rPr lang="en-US" dirty="0"/>
              <a:t>    The closer it is to 1 – the better data fits the model.</a:t>
            </a:r>
          </a:p>
          <a:p>
            <a:endParaRPr lang="en-US" dirty="0"/>
          </a:p>
        </p:txBody>
      </p:sp>
    </p:spTree>
    <p:extLst>
      <p:ext uri="{BB962C8B-B14F-4D97-AF65-F5344CB8AC3E}">
        <p14:creationId xmlns:p14="http://schemas.microsoft.com/office/powerpoint/2010/main" val="1417852731"/>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1EB5F268-965F-C142-A102-83C02389B555}"/>
              </a:ext>
            </a:extLst>
          </p:cNvPr>
          <p:cNvSpPr txBox="1"/>
          <p:nvPr/>
        </p:nvSpPr>
        <p:spPr>
          <a:xfrm>
            <a:off x="189186" y="178676"/>
            <a:ext cx="5906814" cy="5478423"/>
          </a:xfrm>
          <a:prstGeom prst="rect">
            <a:avLst/>
          </a:prstGeom>
          <a:noFill/>
        </p:spPr>
        <p:txBody>
          <a:bodyPr wrap="square" rtlCol="0">
            <a:spAutoFit/>
          </a:bodyPr>
          <a:lstStyle/>
          <a:p>
            <a:r>
              <a:rPr lang="en-US" dirty="0"/>
              <a:t>More Statistics:</a:t>
            </a:r>
          </a:p>
          <a:p>
            <a:r>
              <a:rPr lang="en-US" dirty="0"/>
              <a:t>Confidence Interval </a:t>
            </a:r>
          </a:p>
          <a:p>
            <a:r>
              <a:rPr lang="en-US" dirty="0"/>
              <a:t>  – ( https://</a:t>
            </a:r>
            <a:r>
              <a:rPr lang="en-US" dirty="0" err="1"/>
              <a:t>en.wikipedia.org</a:t>
            </a:r>
            <a:r>
              <a:rPr lang="en-US" dirty="0"/>
              <a:t>/wiki/</a:t>
            </a:r>
            <a:r>
              <a:rPr lang="en-US" dirty="0" err="1"/>
              <a:t>Confidence_interval</a:t>
            </a:r>
            <a:r>
              <a:rPr lang="en-US" dirty="0"/>
              <a:t> ) –</a:t>
            </a:r>
          </a:p>
          <a:p>
            <a:r>
              <a:rPr lang="en-US" dirty="0"/>
              <a:t>Cluster Analysis </a:t>
            </a:r>
          </a:p>
          <a:p>
            <a:r>
              <a:rPr lang="en-US" dirty="0"/>
              <a:t>  – finding groups (clusters) in data.</a:t>
            </a:r>
          </a:p>
          <a:p>
            <a:r>
              <a:rPr lang="en-US" dirty="0"/>
              <a:t>  – ( https://</a:t>
            </a:r>
            <a:r>
              <a:rPr lang="en-US" dirty="0" err="1"/>
              <a:t>en.wikipedia.org</a:t>
            </a:r>
            <a:r>
              <a:rPr lang="en-US" dirty="0"/>
              <a:t>/wiki/</a:t>
            </a:r>
            <a:r>
              <a:rPr lang="en-US" dirty="0" err="1"/>
              <a:t>Cluster_analysis</a:t>
            </a:r>
            <a:r>
              <a:rPr lang="en-US" dirty="0"/>
              <a:t> ) </a:t>
            </a:r>
          </a:p>
          <a:p>
            <a:r>
              <a:rPr lang="en-US" dirty="0"/>
              <a:t>Student’s t-distribution </a:t>
            </a:r>
          </a:p>
          <a:p>
            <a:r>
              <a:rPr lang="en-US" dirty="0"/>
              <a:t>  – estimating the mean of a normally distributed population </a:t>
            </a:r>
          </a:p>
          <a:p>
            <a:r>
              <a:rPr lang="en-US" dirty="0"/>
              <a:t>    in situations where the sample size is small and </a:t>
            </a:r>
          </a:p>
          <a:p>
            <a:r>
              <a:rPr lang="en-US" dirty="0"/>
              <a:t>    population standard deviation is unknown.</a:t>
            </a:r>
          </a:p>
          <a:p>
            <a:r>
              <a:rPr lang="en-US" dirty="0"/>
              <a:t>  – ( https://</a:t>
            </a:r>
            <a:r>
              <a:rPr lang="en-US" dirty="0" err="1"/>
              <a:t>en.wikipedia.org</a:t>
            </a:r>
            <a:r>
              <a:rPr lang="en-US" dirty="0"/>
              <a:t>/wiki/Student%27s_t-distribution ) </a:t>
            </a:r>
          </a:p>
          <a:p>
            <a:r>
              <a:rPr lang="en-US" dirty="0"/>
              <a:t>Chi-squared distribution </a:t>
            </a:r>
          </a:p>
          <a:p>
            <a:r>
              <a:rPr lang="en-US" dirty="0"/>
              <a:t>  – distribution of a sum of the squares of k independent </a:t>
            </a:r>
          </a:p>
          <a:p>
            <a:r>
              <a:rPr lang="en-US" dirty="0"/>
              <a:t>    standard normal random variables.</a:t>
            </a:r>
          </a:p>
          <a:p>
            <a:r>
              <a:rPr lang="en-US" dirty="0"/>
              <a:t>  – ( https://</a:t>
            </a:r>
            <a:r>
              <a:rPr lang="en-US" dirty="0" err="1"/>
              <a:t>en.wikipedia.org</a:t>
            </a:r>
            <a:r>
              <a:rPr lang="en-US" dirty="0"/>
              <a:t>/wiki/Chi-</a:t>
            </a:r>
            <a:r>
              <a:rPr lang="en-US" dirty="0" err="1"/>
              <a:t>squared_distribution</a:t>
            </a:r>
            <a:r>
              <a:rPr lang="en-US" dirty="0"/>
              <a:t> ) </a:t>
            </a:r>
          </a:p>
          <a:p>
            <a:r>
              <a:rPr lang="en-US" dirty="0"/>
              <a:t>F-distribution </a:t>
            </a:r>
          </a:p>
          <a:p>
            <a:r>
              <a:rPr lang="en-US" dirty="0"/>
              <a:t>  – right-skewed distribution used most commonly in Analysis of Variance.</a:t>
            </a:r>
          </a:p>
          <a:p>
            <a:r>
              <a:rPr lang="en-US" dirty="0"/>
              <a:t>  – ( https://</a:t>
            </a:r>
            <a:r>
              <a:rPr lang="en-US" dirty="0" err="1"/>
              <a:t>en.wikipedia.org</a:t>
            </a:r>
            <a:r>
              <a:rPr lang="en-US" dirty="0"/>
              <a:t>/wiki/F-distribution ) </a:t>
            </a:r>
          </a:p>
          <a:p>
            <a:r>
              <a:rPr lang="en-US" dirty="0"/>
              <a:t>Gamma distribution </a:t>
            </a:r>
          </a:p>
          <a:p>
            <a:r>
              <a:rPr lang="en-US" dirty="0"/>
              <a:t>  – ( https://</a:t>
            </a:r>
            <a:r>
              <a:rPr lang="en-US" dirty="0" err="1"/>
              <a:t>en.wikipedia.org</a:t>
            </a:r>
            <a:r>
              <a:rPr lang="en-US" dirty="0"/>
              <a:t>/wiki/</a:t>
            </a:r>
            <a:r>
              <a:rPr lang="en-US" dirty="0" err="1"/>
              <a:t>Gamma_distribution</a:t>
            </a:r>
            <a:r>
              <a:rPr lang="en-US" dirty="0"/>
              <a:t> ) </a:t>
            </a:r>
          </a:p>
          <a:p>
            <a:r>
              <a:rPr lang="en-US" dirty="0"/>
              <a:t>  – a two-parameter family of continuous probability distributions. </a:t>
            </a:r>
          </a:p>
          <a:p>
            <a:r>
              <a:rPr lang="en-US" dirty="0"/>
              <a:t>    The common exponential distribution and chi-squared </a:t>
            </a:r>
          </a:p>
          <a:p>
            <a:r>
              <a:rPr lang="en-US" dirty="0"/>
              <a:t>    distribution are special cases of the gamma distribution.</a:t>
            </a:r>
          </a:p>
          <a:p>
            <a:endParaRPr lang="en-US" dirty="0"/>
          </a:p>
        </p:txBody>
      </p:sp>
      <p:sp>
        <p:nvSpPr>
          <p:cNvPr id="5" name="TextBox 4">
            <a:extLst>
              <a:ext uri="{FF2B5EF4-FFF2-40B4-BE49-F238E27FC236}">
                <a16:creationId xmlns:a16="http://schemas.microsoft.com/office/drawing/2014/main" id="{E72EEA3B-9D50-A145-B8FE-B6686486D979}"/>
              </a:ext>
            </a:extLst>
          </p:cNvPr>
          <p:cNvSpPr txBox="1"/>
          <p:nvPr/>
        </p:nvSpPr>
        <p:spPr>
          <a:xfrm>
            <a:off x="6096000" y="178676"/>
            <a:ext cx="6011917" cy="6001643"/>
          </a:xfrm>
          <a:prstGeom prst="rect">
            <a:avLst/>
          </a:prstGeom>
          <a:noFill/>
        </p:spPr>
        <p:txBody>
          <a:bodyPr wrap="square" rtlCol="0">
            <a:spAutoFit/>
          </a:bodyPr>
          <a:lstStyle/>
          <a:p>
            <a:r>
              <a:rPr lang="en-US" sz="1200" dirty="0"/>
              <a:t>Stochastic Processes, Time Series Analysis</a:t>
            </a:r>
          </a:p>
          <a:p>
            <a:r>
              <a:rPr lang="en-US" sz="1200" dirty="0"/>
              <a:t>– https://</a:t>
            </a:r>
            <a:r>
              <a:rPr lang="en-US" sz="1200" dirty="0" err="1"/>
              <a:t>en.wikipedia.org</a:t>
            </a:r>
            <a:r>
              <a:rPr lang="en-US" sz="1200" dirty="0"/>
              <a:t>/wiki/</a:t>
            </a:r>
            <a:r>
              <a:rPr lang="en-US" sz="1200" dirty="0" err="1"/>
              <a:t>Stochastic_process</a:t>
            </a:r>
            <a:r>
              <a:rPr lang="en-US" sz="1200" dirty="0"/>
              <a:t> –</a:t>
            </a:r>
          </a:p>
          <a:p>
            <a:r>
              <a:rPr lang="en-US" sz="1200" dirty="0"/>
              <a:t>– https://</a:t>
            </a:r>
            <a:r>
              <a:rPr lang="en-US" sz="1200" dirty="0" err="1"/>
              <a:t>en.wikipedia.org</a:t>
            </a:r>
            <a:r>
              <a:rPr lang="en-US" sz="1200" dirty="0"/>
              <a:t>/wiki/</a:t>
            </a:r>
            <a:r>
              <a:rPr lang="en-US" sz="1200" dirty="0" err="1"/>
              <a:t>Time_series</a:t>
            </a:r>
            <a:r>
              <a:rPr lang="en-US" sz="1200" dirty="0"/>
              <a:t> –</a:t>
            </a:r>
          </a:p>
          <a:p>
            <a:r>
              <a:rPr lang="en-US" sz="1200" dirty="0"/>
              <a:t>– https://</a:t>
            </a:r>
            <a:r>
              <a:rPr lang="en-US" sz="1200" dirty="0" err="1"/>
              <a:t>en.wikipedia.org</a:t>
            </a:r>
            <a:r>
              <a:rPr lang="en-US" sz="1200" dirty="0"/>
              <a:t>/wiki/</a:t>
            </a:r>
            <a:r>
              <a:rPr lang="en-US" sz="1200" dirty="0" err="1"/>
              <a:t>Random_walk</a:t>
            </a:r>
            <a:r>
              <a:rPr lang="en-US" sz="1200" dirty="0"/>
              <a:t> –</a:t>
            </a:r>
          </a:p>
          <a:p>
            <a:r>
              <a:rPr lang="en-US" sz="1200" dirty="0"/>
              <a:t>– https://</a:t>
            </a:r>
            <a:r>
              <a:rPr lang="en-US" sz="1200" dirty="0" err="1"/>
              <a:t>en.wikipedia.org</a:t>
            </a:r>
            <a:r>
              <a:rPr lang="en-US" sz="1200" dirty="0"/>
              <a:t>/wiki/</a:t>
            </a:r>
            <a:r>
              <a:rPr lang="en-US" sz="1200" dirty="0" err="1"/>
              <a:t>Brownian_motion</a:t>
            </a:r>
            <a:r>
              <a:rPr lang="en-US" sz="1200" dirty="0"/>
              <a:t> –</a:t>
            </a:r>
          </a:p>
          <a:p>
            <a:r>
              <a:rPr lang="en-US" sz="1200" dirty="0"/>
              <a:t>– https://</a:t>
            </a:r>
            <a:r>
              <a:rPr lang="en-US" sz="1200" dirty="0" err="1"/>
              <a:t>en.wikipedia.org</a:t>
            </a:r>
            <a:r>
              <a:rPr lang="en-US" sz="1200" dirty="0"/>
              <a:t>/wiki/Diffusion , https://</a:t>
            </a:r>
            <a:r>
              <a:rPr lang="en-US" sz="1200" dirty="0" err="1"/>
              <a:t>en.wikipedia.org</a:t>
            </a:r>
            <a:r>
              <a:rPr lang="en-US" sz="1200" dirty="0"/>
              <a:t>/wiki/</a:t>
            </a:r>
            <a:r>
              <a:rPr lang="en-US" sz="1200" dirty="0" err="1"/>
              <a:t>Diffusion_process</a:t>
            </a:r>
            <a:r>
              <a:rPr lang="en-US" sz="1200" dirty="0"/>
              <a:t> –</a:t>
            </a:r>
          </a:p>
          <a:p>
            <a:r>
              <a:rPr lang="en-US" sz="1200" dirty="0"/>
              <a:t>– https://</a:t>
            </a:r>
            <a:r>
              <a:rPr lang="en-US" sz="1200" dirty="0" err="1"/>
              <a:t>en.wikipedia.org</a:t>
            </a:r>
            <a:r>
              <a:rPr lang="en-US" sz="1200" dirty="0"/>
              <a:t>/wiki/</a:t>
            </a:r>
            <a:r>
              <a:rPr lang="en-US" sz="1200" dirty="0" err="1"/>
              <a:t>Stationary_process</a:t>
            </a:r>
            <a:r>
              <a:rPr lang="en-US" sz="1200" dirty="0"/>
              <a:t> –</a:t>
            </a:r>
          </a:p>
          <a:p>
            <a:r>
              <a:rPr lang="en-US" sz="1200" dirty="0"/>
              <a:t>– https://</a:t>
            </a:r>
            <a:r>
              <a:rPr lang="en-US" sz="1200" dirty="0" err="1"/>
              <a:t>en.wikipedia.org</a:t>
            </a:r>
            <a:r>
              <a:rPr lang="en-US" sz="1200" dirty="0"/>
              <a:t>/wiki/</a:t>
            </a:r>
            <a:r>
              <a:rPr lang="en-US" sz="1200" dirty="0" err="1"/>
              <a:t>Stable_process</a:t>
            </a:r>
            <a:r>
              <a:rPr lang="en-US" sz="1200" dirty="0"/>
              <a:t> –</a:t>
            </a:r>
          </a:p>
          <a:p>
            <a:endParaRPr lang="en-US" sz="1200" dirty="0"/>
          </a:p>
          <a:p>
            <a:r>
              <a:rPr lang="en-US" sz="1200" dirty="0"/>
              <a:t>Poisson Process</a:t>
            </a:r>
          </a:p>
          <a:p>
            <a:r>
              <a:rPr lang="en-US" sz="1200" dirty="0"/>
              <a:t>– https://</a:t>
            </a:r>
            <a:r>
              <a:rPr lang="en-US" sz="1200" dirty="0" err="1"/>
              <a:t>en.wikipedia.org</a:t>
            </a:r>
            <a:r>
              <a:rPr lang="en-US" sz="1200" dirty="0"/>
              <a:t>/wiki/</a:t>
            </a:r>
            <a:r>
              <a:rPr lang="en-US" sz="1200" dirty="0" err="1"/>
              <a:t>Poisson_point_process</a:t>
            </a:r>
            <a:r>
              <a:rPr lang="en-US" sz="1200" dirty="0"/>
              <a:t> –</a:t>
            </a:r>
          </a:p>
          <a:p>
            <a:r>
              <a:rPr lang="en-US" sz="1200" dirty="0"/>
              <a:t>– https://</a:t>
            </a:r>
            <a:r>
              <a:rPr lang="en-US" sz="1200" dirty="0" err="1"/>
              <a:t>en.wikipedia.org</a:t>
            </a:r>
            <a:r>
              <a:rPr lang="en-US" sz="1200" dirty="0"/>
              <a:t>/wiki/</a:t>
            </a:r>
            <a:r>
              <a:rPr lang="en-US" sz="1200" dirty="0" err="1"/>
              <a:t>Dirac_delta_function</a:t>
            </a:r>
            <a:r>
              <a:rPr lang="en-US" sz="1200" dirty="0"/>
              <a:t> –</a:t>
            </a:r>
          </a:p>
          <a:p>
            <a:r>
              <a:rPr lang="en-US" sz="1200" dirty="0"/>
              <a:t>– https://</a:t>
            </a:r>
            <a:r>
              <a:rPr lang="en-US" sz="1200" dirty="0" err="1"/>
              <a:t>en.wikipedia.org</a:t>
            </a:r>
            <a:r>
              <a:rPr lang="en-US" sz="1200" dirty="0"/>
              <a:t>/wiki/</a:t>
            </a:r>
            <a:r>
              <a:rPr lang="en-US" sz="1200" dirty="0" err="1"/>
              <a:t>Compound_Poisson_process</a:t>
            </a:r>
            <a:r>
              <a:rPr lang="en-US" sz="1200" dirty="0"/>
              <a:t> –</a:t>
            </a:r>
          </a:p>
          <a:p>
            <a:endParaRPr lang="en-US" sz="1200" dirty="0"/>
          </a:p>
          <a:p>
            <a:r>
              <a:rPr lang="en-US" sz="1200" dirty="0"/>
              <a:t>White Noise, Gaussian Noise, Brownian Noise</a:t>
            </a:r>
          </a:p>
          <a:p>
            <a:r>
              <a:rPr lang="en-US" sz="1200" dirty="0"/>
              <a:t>– https://</a:t>
            </a:r>
            <a:r>
              <a:rPr lang="en-US" sz="1200" dirty="0" err="1"/>
              <a:t>en.wikipedia.org</a:t>
            </a:r>
            <a:r>
              <a:rPr lang="en-US" sz="1200" dirty="0"/>
              <a:t>/wiki/</a:t>
            </a:r>
            <a:r>
              <a:rPr lang="en-US" sz="1200" dirty="0" err="1"/>
              <a:t>White_noise</a:t>
            </a:r>
            <a:r>
              <a:rPr lang="en-US" sz="1200" dirty="0"/>
              <a:t> –</a:t>
            </a:r>
          </a:p>
          <a:p>
            <a:r>
              <a:rPr lang="en-US" sz="1200" dirty="0"/>
              <a:t>– https://</a:t>
            </a:r>
            <a:r>
              <a:rPr lang="en-US" sz="1200" dirty="0" err="1"/>
              <a:t>en.wikipedia.org</a:t>
            </a:r>
            <a:r>
              <a:rPr lang="en-US" sz="1200" dirty="0"/>
              <a:t>/wiki/</a:t>
            </a:r>
            <a:r>
              <a:rPr lang="en-US" sz="1200" dirty="0" err="1"/>
              <a:t>Gaussian_noise</a:t>
            </a:r>
            <a:r>
              <a:rPr lang="en-US" sz="1200" dirty="0"/>
              <a:t> –</a:t>
            </a:r>
          </a:p>
          <a:p>
            <a:r>
              <a:rPr lang="en-US" sz="1200" dirty="0"/>
              <a:t>– https://</a:t>
            </a:r>
            <a:r>
              <a:rPr lang="en-US" sz="1200" dirty="0" err="1"/>
              <a:t>en.wikipedia.org</a:t>
            </a:r>
            <a:r>
              <a:rPr lang="en-US" sz="1200" dirty="0"/>
              <a:t>/wiki/</a:t>
            </a:r>
            <a:r>
              <a:rPr lang="en-US" sz="1200" dirty="0" err="1"/>
              <a:t>Brownian_noise</a:t>
            </a:r>
            <a:r>
              <a:rPr lang="en-US" sz="1200" dirty="0"/>
              <a:t> –</a:t>
            </a:r>
          </a:p>
          <a:p>
            <a:endParaRPr lang="en-US" sz="1200" dirty="0"/>
          </a:p>
          <a:p>
            <a:r>
              <a:rPr lang="en-US" sz="1200" dirty="0"/>
              <a:t>Markov Process</a:t>
            </a:r>
          </a:p>
          <a:p>
            <a:r>
              <a:rPr lang="en-US" sz="1200" dirty="0"/>
              <a:t>– https://</a:t>
            </a:r>
            <a:r>
              <a:rPr lang="en-US" sz="1200" dirty="0" err="1"/>
              <a:t>en.wikipedia.org</a:t>
            </a:r>
            <a:r>
              <a:rPr lang="en-US" sz="1200" dirty="0"/>
              <a:t>/wiki/</a:t>
            </a:r>
            <a:r>
              <a:rPr lang="en-US" sz="1200" dirty="0" err="1"/>
              <a:t>Markov_chain</a:t>
            </a:r>
            <a:r>
              <a:rPr lang="en-US" sz="1200" dirty="0"/>
              <a:t> –</a:t>
            </a:r>
          </a:p>
          <a:p>
            <a:r>
              <a:rPr lang="en-US" sz="1200" dirty="0"/>
              <a:t>– https://</a:t>
            </a:r>
            <a:r>
              <a:rPr lang="en-US" sz="1200" dirty="0" err="1"/>
              <a:t>en.wikipedia.org</a:t>
            </a:r>
            <a:r>
              <a:rPr lang="en-US" sz="1200" dirty="0"/>
              <a:t>/wiki/</a:t>
            </a:r>
            <a:r>
              <a:rPr lang="en-US" sz="1200" dirty="0" err="1"/>
              <a:t>Markov_process</a:t>
            </a:r>
            <a:r>
              <a:rPr lang="en-US" sz="1200" dirty="0"/>
              <a:t> –</a:t>
            </a:r>
          </a:p>
          <a:p>
            <a:endParaRPr lang="en-US" sz="1200" dirty="0"/>
          </a:p>
          <a:p>
            <a:r>
              <a:rPr lang="en-US" sz="1200" dirty="0"/>
              <a:t>Correlation function:</a:t>
            </a:r>
          </a:p>
          <a:p>
            <a:r>
              <a:rPr lang="en-US" sz="1200" dirty="0"/>
              <a:t>– https://</a:t>
            </a:r>
            <a:r>
              <a:rPr lang="en-US" sz="1200" dirty="0" err="1"/>
              <a:t>en.wikipedia.org</a:t>
            </a:r>
            <a:r>
              <a:rPr lang="en-US" sz="1200" dirty="0"/>
              <a:t>/wiki/</a:t>
            </a:r>
            <a:r>
              <a:rPr lang="en-US" sz="1200" dirty="0" err="1"/>
              <a:t>Correlation_function</a:t>
            </a:r>
            <a:r>
              <a:rPr lang="en-US" sz="1200" dirty="0"/>
              <a:t> –</a:t>
            </a:r>
          </a:p>
          <a:p>
            <a:r>
              <a:rPr lang="en-US" sz="1200" dirty="0"/>
              <a:t>– https://</a:t>
            </a:r>
            <a:r>
              <a:rPr lang="en-US" sz="1200" dirty="0" err="1"/>
              <a:t>en.wikipedia.org</a:t>
            </a:r>
            <a:r>
              <a:rPr lang="en-US" sz="1200" dirty="0"/>
              <a:t>/wiki/Autocorrelation –</a:t>
            </a:r>
          </a:p>
          <a:p>
            <a:endParaRPr lang="en-US" sz="1200" dirty="0"/>
          </a:p>
          <a:p>
            <a:r>
              <a:rPr lang="en-US" sz="1200" dirty="0"/>
              <a:t>Spectral Density, Fourier Analysis</a:t>
            </a:r>
          </a:p>
          <a:p>
            <a:r>
              <a:rPr lang="en-US" sz="1200" dirty="0"/>
              <a:t>– https://</a:t>
            </a:r>
            <a:r>
              <a:rPr lang="en-US" sz="1200" dirty="0" err="1"/>
              <a:t>en.wikipedia.org</a:t>
            </a:r>
            <a:r>
              <a:rPr lang="en-US" sz="1200" dirty="0"/>
              <a:t>/wiki/</a:t>
            </a:r>
            <a:r>
              <a:rPr lang="en-US" sz="1200" dirty="0" err="1"/>
              <a:t>Spectral_density</a:t>
            </a:r>
            <a:r>
              <a:rPr lang="en-US" sz="1200" dirty="0"/>
              <a:t> –</a:t>
            </a:r>
          </a:p>
          <a:p>
            <a:r>
              <a:rPr lang="en-US" sz="1200" dirty="0"/>
              <a:t>– https://</a:t>
            </a:r>
            <a:r>
              <a:rPr lang="en-US" sz="1200" dirty="0" err="1"/>
              <a:t>en.wikipedia.org</a:t>
            </a:r>
            <a:r>
              <a:rPr lang="en-US" sz="1200" dirty="0"/>
              <a:t>/wiki/</a:t>
            </a:r>
            <a:r>
              <a:rPr lang="en-US" sz="1200" dirty="0" err="1"/>
              <a:t>Fourier_analysis</a:t>
            </a:r>
            <a:r>
              <a:rPr lang="en-US" sz="1200" dirty="0"/>
              <a:t> –</a:t>
            </a:r>
          </a:p>
          <a:p>
            <a:r>
              <a:rPr lang="en-US" sz="1200" dirty="0"/>
              <a:t>– https://</a:t>
            </a:r>
            <a:r>
              <a:rPr lang="en-US" sz="1200" dirty="0" err="1"/>
              <a:t>en.wikipedia.org</a:t>
            </a:r>
            <a:r>
              <a:rPr lang="en-US" sz="1200" dirty="0"/>
              <a:t>/wiki/</a:t>
            </a:r>
            <a:r>
              <a:rPr lang="en-US" sz="1200" dirty="0" err="1"/>
              <a:t>Fast_Fourier_transform</a:t>
            </a:r>
            <a:r>
              <a:rPr lang="en-US" sz="1200" dirty="0"/>
              <a:t> –</a:t>
            </a:r>
          </a:p>
        </p:txBody>
      </p:sp>
    </p:spTree>
    <p:extLst>
      <p:ext uri="{BB962C8B-B14F-4D97-AF65-F5344CB8AC3E}">
        <p14:creationId xmlns:p14="http://schemas.microsoft.com/office/powerpoint/2010/main" val="2866111539"/>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1EB5F268-965F-C142-A102-83C02389B555}"/>
              </a:ext>
            </a:extLst>
          </p:cNvPr>
          <p:cNvSpPr txBox="1"/>
          <p:nvPr/>
        </p:nvSpPr>
        <p:spPr>
          <a:xfrm>
            <a:off x="189186" y="178676"/>
            <a:ext cx="5906814" cy="3970318"/>
          </a:xfrm>
          <a:prstGeom prst="rect">
            <a:avLst/>
          </a:prstGeom>
          <a:noFill/>
        </p:spPr>
        <p:txBody>
          <a:bodyPr wrap="square" rtlCol="0">
            <a:spAutoFit/>
          </a:bodyPr>
          <a:lstStyle/>
          <a:p>
            <a:r>
              <a:rPr lang="en-US" dirty="0"/>
              <a:t>Convolution, Functional Analysis</a:t>
            </a:r>
          </a:p>
          <a:p>
            <a:r>
              <a:rPr lang="en-US" dirty="0"/>
              <a:t>– https://</a:t>
            </a:r>
            <a:r>
              <a:rPr lang="en-US" dirty="0" err="1"/>
              <a:t>en.wikipedia.org</a:t>
            </a:r>
            <a:r>
              <a:rPr lang="en-US" dirty="0"/>
              <a:t>/wiki/Convolution –</a:t>
            </a:r>
          </a:p>
          <a:p>
            <a:r>
              <a:rPr lang="en-US" dirty="0"/>
              <a:t>– https://</a:t>
            </a:r>
            <a:r>
              <a:rPr lang="en-US" dirty="0" err="1"/>
              <a:t>en.wikipedia.org</a:t>
            </a:r>
            <a:r>
              <a:rPr lang="en-US" dirty="0"/>
              <a:t>/wiki/</a:t>
            </a:r>
            <a:r>
              <a:rPr lang="en-US" dirty="0" err="1"/>
              <a:t>Functional_analysis</a:t>
            </a:r>
            <a:r>
              <a:rPr lang="en-US" dirty="0"/>
              <a:t> –</a:t>
            </a:r>
          </a:p>
          <a:p>
            <a:endParaRPr lang="en-US" dirty="0"/>
          </a:p>
          <a:p>
            <a:r>
              <a:rPr lang="en-US" dirty="0"/>
              <a:t>Extracting signal from Noise</a:t>
            </a:r>
          </a:p>
          <a:p>
            <a:r>
              <a:rPr lang="en-US" dirty="0"/>
              <a:t>– https://</a:t>
            </a:r>
            <a:r>
              <a:rPr lang="en-US" dirty="0" err="1"/>
              <a:t>en.wikipedia.org</a:t>
            </a:r>
            <a:r>
              <a:rPr lang="en-US" dirty="0"/>
              <a:t>/wiki/Signal-to-</a:t>
            </a:r>
            <a:r>
              <a:rPr lang="en-US" dirty="0" err="1"/>
              <a:t>noise_ratio</a:t>
            </a:r>
            <a:r>
              <a:rPr lang="en-US" dirty="0"/>
              <a:t> –</a:t>
            </a:r>
          </a:p>
          <a:p>
            <a:r>
              <a:rPr lang="en-US" dirty="0"/>
              <a:t>– https://</a:t>
            </a:r>
            <a:r>
              <a:rPr lang="en-US" dirty="0" err="1"/>
              <a:t>en.wikipedia.org</a:t>
            </a:r>
            <a:r>
              <a:rPr lang="en-US" dirty="0"/>
              <a:t>/wiki/</a:t>
            </a:r>
            <a:r>
              <a:rPr lang="en-US" dirty="0" err="1"/>
              <a:t>Noise_reduction</a:t>
            </a:r>
            <a:r>
              <a:rPr lang="en-US" dirty="0"/>
              <a:t> – (filtering, etc.)</a:t>
            </a:r>
          </a:p>
          <a:p>
            <a:r>
              <a:rPr lang="en-US" dirty="0"/>
              <a:t>If we add N samples “s” of noisy data, then the signal will add proportionally to N,</a:t>
            </a:r>
          </a:p>
          <a:p>
            <a:r>
              <a:rPr lang="en-US" dirty="0"/>
              <a:t>whereas noise will grow only as sqrt(N). So, if we add 100 samples, we will</a:t>
            </a:r>
          </a:p>
          <a:p>
            <a:r>
              <a:rPr lang="en-US" dirty="0"/>
              <a:t>improve out Signal/Noise ratio ~10 times.</a:t>
            </a:r>
          </a:p>
          <a:p>
            <a:endParaRPr lang="en-US" dirty="0"/>
          </a:p>
          <a:p>
            <a:r>
              <a:rPr lang="en-US" dirty="0"/>
              <a:t>Monte Carlo Method</a:t>
            </a:r>
          </a:p>
          <a:p>
            <a:r>
              <a:rPr lang="en-US" dirty="0"/>
              <a:t>– https://</a:t>
            </a:r>
            <a:r>
              <a:rPr lang="en-US" dirty="0" err="1"/>
              <a:t>en.wikipedia.org</a:t>
            </a:r>
            <a:r>
              <a:rPr lang="en-US" dirty="0"/>
              <a:t>/wiki/</a:t>
            </a:r>
            <a:r>
              <a:rPr lang="en-US" dirty="0" err="1"/>
              <a:t>Monte_Carlo_method</a:t>
            </a:r>
            <a:r>
              <a:rPr lang="en-US" dirty="0"/>
              <a:t> – </a:t>
            </a:r>
          </a:p>
          <a:p>
            <a:r>
              <a:rPr lang="en-US" dirty="0"/>
              <a:t>used to evaluate something by using randomly-generated samples. </a:t>
            </a:r>
          </a:p>
          <a:p>
            <a:r>
              <a:rPr lang="en-US" dirty="0"/>
              <a:t>The more samples – the more accurate the result.</a:t>
            </a:r>
          </a:p>
          <a:p>
            <a:endParaRPr lang="en-US" dirty="0"/>
          </a:p>
        </p:txBody>
      </p:sp>
    </p:spTree>
    <p:extLst>
      <p:ext uri="{BB962C8B-B14F-4D97-AF65-F5344CB8AC3E}">
        <p14:creationId xmlns:p14="http://schemas.microsoft.com/office/powerpoint/2010/main" val="4266693620"/>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88"/>
        <p:cNvGrpSpPr/>
        <p:nvPr/>
      </p:nvGrpSpPr>
      <p:grpSpPr>
        <a:xfrm>
          <a:off x="0" y="0"/>
          <a:ext cx="0" cy="0"/>
          <a:chOff x="0" y="0"/>
          <a:chExt cx="0" cy="0"/>
        </a:xfrm>
      </p:grpSpPr>
      <p:sp>
        <p:nvSpPr>
          <p:cNvPr id="89" name="Google Shape;89;p13"/>
          <p:cNvSpPr txBox="1"/>
          <p:nvPr/>
        </p:nvSpPr>
        <p:spPr>
          <a:xfrm>
            <a:off x="279925" y="330850"/>
            <a:ext cx="11775000" cy="59022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US" sz="3600" b="1">
                <a:latin typeface="Calibri"/>
                <a:ea typeface="Calibri"/>
                <a:cs typeface="Calibri"/>
                <a:sym typeface="Calibri"/>
              </a:rPr>
              <a:t>Statistics</a:t>
            </a:r>
            <a:endParaRPr sz="3600" b="1">
              <a:latin typeface="Calibri"/>
              <a:ea typeface="Calibri"/>
              <a:cs typeface="Calibri"/>
              <a:sym typeface="Calibri"/>
            </a:endParaRPr>
          </a:p>
          <a:p>
            <a:pPr marL="0" lvl="0" indent="0" algn="l" rtl="0">
              <a:spcBef>
                <a:spcPts val="0"/>
              </a:spcBef>
              <a:spcAft>
                <a:spcPts val="0"/>
              </a:spcAft>
              <a:buNone/>
            </a:pPr>
            <a:endParaRPr sz="3600">
              <a:latin typeface="Calibri"/>
              <a:ea typeface="Calibri"/>
              <a:cs typeface="Calibri"/>
              <a:sym typeface="Calibri"/>
            </a:endParaRPr>
          </a:p>
          <a:p>
            <a:pPr marL="457200" lvl="0" indent="-457200" algn="l" rtl="0">
              <a:spcBef>
                <a:spcPts val="0"/>
              </a:spcBef>
              <a:spcAft>
                <a:spcPts val="0"/>
              </a:spcAft>
              <a:buSzPts val="3600"/>
              <a:buFont typeface="Calibri"/>
              <a:buChar char="●"/>
            </a:pPr>
            <a:r>
              <a:rPr lang="en-US" sz="3600">
                <a:latin typeface="Calibri"/>
                <a:ea typeface="Calibri"/>
                <a:cs typeface="Calibri"/>
                <a:sym typeface="Calibri"/>
              </a:rPr>
              <a:t>Central Limit Theorem, Normal (Gaussian) distribution</a:t>
            </a:r>
            <a:endParaRPr sz="3600">
              <a:latin typeface="Calibri"/>
              <a:ea typeface="Calibri"/>
              <a:cs typeface="Calibri"/>
              <a:sym typeface="Calibri"/>
            </a:endParaRPr>
          </a:p>
          <a:p>
            <a:pPr marL="457200" lvl="0" indent="-457200" algn="l" rtl="0">
              <a:spcBef>
                <a:spcPts val="0"/>
              </a:spcBef>
              <a:spcAft>
                <a:spcPts val="0"/>
              </a:spcAft>
              <a:buSzPts val="3600"/>
              <a:buFont typeface="Calibri"/>
              <a:buChar char="●"/>
            </a:pPr>
            <a:r>
              <a:rPr lang="en-US" sz="3600">
                <a:latin typeface="Calibri"/>
                <a:ea typeface="Calibri"/>
                <a:cs typeface="Calibri"/>
                <a:sym typeface="Calibri"/>
              </a:rPr>
              <a:t>p-value , null hypothesis (also confidence interval, z-score)</a:t>
            </a:r>
            <a:endParaRPr sz="3600">
              <a:latin typeface="Calibri"/>
              <a:ea typeface="Calibri"/>
              <a:cs typeface="Calibri"/>
              <a:sym typeface="Calibri"/>
            </a:endParaRPr>
          </a:p>
          <a:p>
            <a:pPr marL="457200" lvl="0" indent="-457200" algn="l" rtl="0">
              <a:spcBef>
                <a:spcPts val="0"/>
              </a:spcBef>
              <a:spcAft>
                <a:spcPts val="0"/>
              </a:spcAft>
              <a:buSzPts val="3600"/>
              <a:buFont typeface="Calibri"/>
              <a:buChar char="●"/>
            </a:pPr>
            <a:r>
              <a:rPr lang="en-US" sz="3600">
                <a:latin typeface="Calibri"/>
                <a:ea typeface="Calibri"/>
                <a:cs typeface="Calibri"/>
                <a:sym typeface="Calibri"/>
              </a:rPr>
              <a:t>chi-square</a:t>
            </a:r>
            <a:endParaRPr sz="3600">
              <a:latin typeface="Calibri"/>
              <a:ea typeface="Calibri"/>
              <a:cs typeface="Calibri"/>
              <a:sym typeface="Calibri"/>
            </a:endParaRPr>
          </a:p>
          <a:p>
            <a:pPr marL="0" lvl="0" indent="0" algn="l" rtl="0">
              <a:spcBef>
                <a:spcPts val="0"/>
              </a:spcBef>
              <a:spcAft>
                <a:spcPts val="0"/>
              </a:spcAft>
              <a:buNone/>
            </a:pPr>
            <a:endParaRPr sz="3600">
              <a:latin typeface="Calibri"/>
              <a:ea typeface="Calibri"/>
              <a:cs typeface="Calibri"/>
              <a:sym typeface="Calibri"/>
            </a:endParaRP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94"/>
        <p:cNvGrpSpPr/>
        <p:nvPr/>
      </p:nvGrpSpPr>
      <p:grpSpPr>
        <a:xfrm>
          <a:off x="0" y="0"/>
          <a:ext cx="0" cy="0"/>
          <a:chOff x="0" y="0"/>
          <a:chExt cx="0" cy="0"/>
        </a:xfrm>
      </p:grpSpPr>
      <p:sp>
        <p:nvSpPr>
          <p:cNvPr id="95" name="Google Shape;95;p14"/>
          <p:cNvSpPr txBox="1"/>
          <p:nvPr/>
        </p:nvSpPr>
        <p:spPr>
          <a:xfrm>
            <a:off x="0" y="0"/>
            <a:ext cx="5802900" cy="67575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n-US" sz="3000" b="1">
                <a:latin typeface="Calibri"/>
                <a:ea typeface="Calibri"/>
                <a:cs typeface="Calibri"/>
                <a:sym typeface="Calibri"/>
              </a:rPr>
              <a:t>Central Limit Theorem (CLT)</a:t>
            </a:r>
            <a:endParaRPr sz="3000" b="1">
              <a:latin typeface="Calibri"/>
              <a:ea typeface="Calibri"/>
              <a:cs typeface="Calibri"/>
              <a:sym typeface="Calibri"/>
            </a:endParaRPr>
          </a:p>
          <a:p>
            <a:pPr marL="0" lvl="0" indent="0" algn="l" rtl="0">
              <a:spcBef>
                <a:spcPts val="0"/>
              </a:spcBef>
              <a:spcAft>
                <a:spcPts val="0"/>
              </a:spcAft>
              <a:buNone/>
            </a:pPr>
            <a:endParaRPr>
              <a:latin typeface="Calibri"/>
              <a:ea typeface="Calibri"/>
              <a:cs typeface="Calibri"/>
              <a:sym typeface="Calibri"/>
            </a:endParaRPr>
          </a:p>
          <a:p>
            <a:pPr marL="0" lvl="0" indent="0" algn="l" rtl="0">
              <a:spcBef>
                <a:spcPts val="0"/>
              </a:spcBef>
              <a:spcAft>
                <a:spcPts val="0"/>
              </a:spcAft>
              <a:buNone/>
            </a:pPr>
            <a:r>
              <a:rPr lang="en-US">
                <a:latin typeface="Calibri"/>
                <a:ea typeface="Calibri"/>
                <a:cs typeface="Calibri"/>
                <a:sym typeface="Calibri"/>
              </a:rPr>
              <a:t>We have all heard about Normal (Gaussian) distribution.</a:t>
            </a:r>
            <a:endParaRPr>
              <a:latin typeface="Calibri"/>
              <a:ea typeface="Calibri"/>
              <a:cs typeface="Calibri"/>
              <a:sym typeface="Calibri"/>
            </a:endParaRPr>
          </a:p>
          <a:p>
            <a:pPr marL="0" lvl="0" indent="0" algn="l" rtl="0">
              <a:spcBef>
                <a:spcPts val="0"/>
              </a:spcBef>
              <a:spcAft>
                <a:spcPts val="0"/>
              </a:spcAft>
              <a:buClr>
                <a:schemeClr val="dk1"/>
              </a:buClr>
              <a:buSzPts val="1100"/>
              <a:buFont typeface="Arial"/>
              <a:buNone/>
            </a:pPr>
            <a:endParaRPr>
              <a:latin typeface="Calibri"/>
              <a:ea typeface="Calibri"/>
              <a:cs typeface="Calibri"/>
              <a:sym typeface="Calibri"/>
            </a:endParaRPr>
          </a:p>
          <a:p>
            <a:pPr marL="0" lvl="0" indent="0" algn="l" rtl="0">
              <a:spcBef>
                <a:spcPts val="0"/>
              </a:spcBef>
              <a:spcAft>
                <a:spcPts val="0"/>
              </a:spcAft>
              <a:buClr>
                <a:schemeClr val="dk1"/>
              </a:buClr>
              <a:buSzPts val="1100"/>
              <a:buFont typeface="Arial"/>
              <a:buNone/>
            </a:pPr>
            <a:r>
              <a:rPr lang="en-US">
                <a:latin typeface="Calibri"/>
                <a:ea typeface="Calibri"/>
                <a:cs typeface="Calibri"/>
                <a:sym typeface="Calibri"/>
              </a:rPr>
              <a:t>This distribution is very foundational in statistics. And it comes from CLT.</a:t>
            </a:r>
            <a:endParaRPr>
              <a:latin typeface="Calibri"/>
              <a:ea typeface="Calibri"/>
              <a:cs typeface="Calibri"/>
              <a:sym typeface="Calibri"/>
            </a:endParaRPr>
          </a:p>
          <a:p>
            <a:pPr marL="0" lvl="0" indent="0" algn="l" rtl="0">
              <a:spcBef>
                <a:spcPts val="0"/>
              </a:spcBef>
              <a:spcAft>
                <a:spcPts val="0"/>
              </a:spcAft>
              <a:buClr>
                <a:schemeClr val="dk1"/>
              </a:buClr>
              <a:buSzPts val="1100"/>
              <a:buFont typeface="Arial"/>
              <a:buNone/>
            </a:pPr>
            <a:endParaRPr>
              <a:latin typeface="Calibri"/>
              <a:ea typeface="Calibri"/>
              <a:cs typeface="Calibri"/>
              <a:sym typeface="Calibri"/>
            </a:endParaRPr>
          </a:p>
          <a:p>
            <a:pPr marL="0" lvl="0" indent="0" algn="l" rtl="0">
              <a:spcBef>
                <a:spcPts val="0"/>
              </a:spcBef>
              <a:spcAft>
                <a:spcPts val="0"/>
              </a:spcAft>
              <a:buClr>
                <a:schemeClr val="dk1"/>
              </a:buClr>
              <a:buSzPts val="1100"/>
              <a:buFont typeface="Arial"/>
              <a:buNone/>
            </a:pPr>
            <a:r>
              <a:rPr lang="en-US">
                <a:latin typeface="Calibri"/>
                <a:ea typeface="Calibri"/>
                <a:cs typeface="Calibri"/>
                <a:sym typeface="Calibri"/>
              </a:rPr>
              <a:t>Classical CLT mathematically proves that if we calculate group averages in many groups, then the distribution of those averages converges to Normal distribution as long as we have large number of points in each group (30..100 or more) and large number of groups (30-100 or more).</a:t>
            </a:r>
            <a:endParaRPr>
              <a:latin typeface="Calibri"/>
              <a:ea typeface="Calibri"/>
              <a:cs typeface="Calibri"/>
              <a:sym typeface="Calibri"/>
            </a:endParaRPr>
          </a:p>
          <a:p>
            <a:pPr marL="0" lvl="0" indent="0" algn="l" rtl="0">
              <a:spcBef>
                <a:spcPts val="0"/>
              </a:spcBef>
              <a:spcAft>
                <a:spcPts val="0"/>
              </a:spcAft>
              <a:buClr>
                <a:schemeClr val="dk1"/>
              </a:buClr>
              <a:buSzPts val="1100"/>
              <a:buFont typeface="Arial"/>
              <a:buNone/>
            </a:pPr>
            <a:endParaRPr>
              <a:latin typeface="Calibri"/>
              <a:ea typeface="Calibri"/>
              <a:cs typeface="Calibri"/>
              <a:sym typeface="Calibri"/>
            </a:endParaRPr>
          </a:p>
          <a:p>
            <a:pPr marL="0" lvl="0" indent="0" algn="l" rtl="0">
              <a:spcBef>
                <a:spcPts val="0"/>
              </a:spcBef>
              <a:spcAft>
                <a:spcPts val="0"/>
              </a:spcAft>
              <a:buClr>
                <a:schemeClr val="dk1"/>
              </a:buClr>
              <a:buSzPts val="1100"/>
              <a:buFont typeface="Arial"/>
              <a:buNone/>
            </a:pPr>
            <a:r>
              <a:rPr lang="en-US">
                <a:latin typeface="Calibri"/>
                <a:ea typeface="Calibri"/>
                <a:cs typeface="Calibri"/>
                <a:sym typeface="Calibri"/>
              </a:rPr>
              <a:t>Specifically, suppose we have our data points sampled from a distribution with finite average and finite variance. We subdivide this data into Ng groups, each containing Ns samples:</a:t>
            </a:r>
            <a:endParaRPr>
              <a:latin typeface="Calibri"/>
              <a:ea typeface="Calibri"/>
              <a:cs typeface="Calibri"/>
              <a:sym typeface="Calibri"/>
            </a:endParaRPr>
          </a:p>
          <a:p>
            <a:pPr marL="0" lvl="0" indent="0" algn="l" rtl="0">
              <a:spcBef>
                <a:spcPts val="0"/>
              </a:spcBef>
              <a:spcAft>
                <a:spcPts val="0"/>
              </a:spcAft>
              <a:buClr>
                <a:schemeClr val="dk1"/>
              </a:buClr>
              <a:buSzPts val="1100"/>
              <a:buFont typeface="Arial"/>
              <a:buNone/>
            </a:pPr>
            <a:endParaRPr>
              <a:latin typeface="Calibri"/>
              <a:ea typeface="Calibri"/>
              <a:cs typeface="Calibri"/>
              <a:sym typeface="Calibri"/>
            </a:endParaRPr>
          </a:p>
          <a:p>
            <a:pPr marL="0" lvl="0" indent="0" algn="l" rtl="0">
              <a:spcBef>
                <a:spcPts val="0"/>
              </a:spcBef>
              <a:spcAft>
                <a:spcPts val="0"/>
              </a:spcAft>
              <a:buClr>
                <a:schemeClr val="dk1"/>
              </a:buClr>
              <a:buSzPts val="1100"/>
              <a:buFont typeface="Arial"/>
              <a:buNone/>
            </a:pPr>
            <a:r>
              <a:rPr lang="en-US">
                <a:latin typeface="Calibri"/>
                <a:ea typeface="Calibri"/>
                <a:cs typeface="Calibri"/>
                <a:sym typeface="Calibri"/>
              </a:rPr>
              <a:t>[...]    [...]   [...]   [...]   [...]   [...]   [...]   [...]   [...] </a:t>
            </a:r>
            <a:endParaRPr>
              <a:latin typeface="Calibri"/>
              <a:ea typeface="Calibri"/>
              <a:cs typeface="Calibri"/>
              <a:sym typeface="Calibri"/>
            </a:endParaRPr>
          </a:p>
          <a:p>
            <a:pPr marL="0" lvl="0" indent="0" algn="l" rtl="0">
              <a:spcBef>
                <a:spcPts val="0"/>
              </a:spcBef>
              <a:spcAft>
                <a:spcPts val="0"/>
              </a:spcAft>
              <a:buNone/>
            </a:pPr>
            <a:endParaRPr>
              <a:latin typeface="Calibri"/>
              <a:ea typeface="Calibri"/>
              <a:cs typeface="Calibri"/>
              <a:sym typeface="Calibri"/>
            </a:endParaRPr>
          </a:p>
          <a:p>
            <a:pPr marL="0" lvl="0" indent="0" algn="l" rtl="0">
              <a:spcBef>
                <a:spcPts val="0"/>
              </a:spcBef>
              <a:spcAft>
                <a:spcPts val="0"/>
              </a:spcAft>
              <a:buClr>
                <a:schemeClr val="dk1"/>
              </a:buClr>
              <a:buSzPts val="1100"/>
              <a:buFont typeface="Arial"/>
              <a:buNone/>
            </a:pPr>
            <a:r>
              <a:rPr lang="en-US">
                <a:latin typeface="Calibri"/>
                <a:ea typeface="Calibri"/>
                <a:cs typeface="Calibri"/>
                <a:sym typeface="Calibri"/>
              </a:rPr>
              <a:t>For each group we calculate average value of its Ns samples. Thus we have Ng averages values, and we plot them as a histogram.</a:t>
            </a:r>
            <a:endParaRPr>
              <a:latin typeface="Calibri"/>
              <a:ea typeface="Calibri"/>
              <a:cs typeface="Calibri"/>
              <a:sym typeface="Calibri"/>
            </a:endParaRPr>
          </a:p>
          <a:p>
            <a:pPr marL="0" lvl="0" indent="0" algn="l" rtl="0">
              <a:spcBef>
                <a:spcPts val="0"/>
              </a:spcBef>
              <a:spcAft>
                <a:spcPts val="0"/>
              </a:spcAft>
              <a:buClr>
                <a:schemeClr val="dk1"/>
              </a:buClr>
              <a:buSzPts val="1100"/>
              <a:buFont typeface="Arial"/>
              <a:buNone/>
            </a:pPr>
            <a:endParaRPr>
              <a:latin typeface="Calibri"/>
              <a:ea typeface="Calibri"/>
              <a:cs typeface="Calibri"/>
              <a:sym typeface="Calibri"/>
            </a:endParaRPr>
          </a:p>
          <a:p>
            <a:pPr marL="0" lvl="0" indent="0" algn="l" rtl="0">
              <a:spcBef>
                <a:spcPts val="0"/>
              </a:spcBef>
              <a:spcAft>
                <a:spcPts val="0"/>
              </a:spcAft>
              <a:buNone/>
            </a:pPr>
            <a:r>
              <a:rPr lang="en-US">
                <a:latin typeface="Calibri"/>
                <a:ea typeface="Calibri"/>
                <a:cs typeface="Calibri"/>
                <a:sym typeface="Calibri"/>
              </a:rPr>
              <a:t>If Ng and Ns are big enough, the histogram will converge to a normal distribution. This holds true regardless of the shape of the original distribution of data.</a:t>
            </a:r>
            <a:endParaRPr>
              <a:latin typeface="Calibri"/>
              <a:ea typeface="Calibri"/>
              <a:cs typeface="Calibri"/>
              <a:sym typeface="Calibri"/>
            </a:endParaRPr>
          </a:p>
          <a:p>
            <a:pPr marL="0" lvl="0" indent="0" algn="l" rtl="0">
              <a:spcBef>
                <a:spcPts val="0"/>
              </a:spcBef>
              <a:spcAft>
                <a:spcPts val="0"/>
              </a:spcAft>
              <a:buNone/>
            </a:pPr>
            <a:endParaRPr>
              <a:latin typeface="Calibri"/>
              <a:ea typeface="Calibri"/>
              <a:cs typeface="Calibri"/>
              <a:sym typeface="Calibri"/>
            </a:endParaRPr>
          </a:p>
          <a:p>
            <a:pPr marL="0" lvl="0" indent="0" algn="l" rtl="0">
              <a:spcBef>
                <a:spcPts val="0"/>
              </a:spcBef>
              <a:spcAft>
                <a:spcPts val="0"/>
              </a:spcAft>
              <a:buNone/>
            </a:pPr>
            <a:r>
              <a:rPr lang="en-US">
                <a:latin typeface="Calibri"/>
                <a:ea typeface="Calibri"/>
                <a:cs typeface="Calibri"/>
                <a:sym typeface="Calibri"/>
              </a:rPr>
              <a:t>For example, suppose we have a million data points, each value is either 1 or -1 (random coin toss). We split data into Ng=10,000 groups, each sample group has Ns=10,000 data points. Then in each group we calculate the mean value (which will be close to zero). </a:t>
            </a:r>
            <a:endParaRPr>
              <a:latin typeface="Calibri"/>
              <a:ea typeface="Calibri"/>
              <a:cs typeface="Calibri"/>
              <a:sym typeface="Calibri"/>
            </a:endParaRPr>
          </a:p>
          <a:p>
            <a:pPr marL="0" lvl="0" indent="0" algn="l" rtl="0">
              <a:spcBef>
                <a:spcPts val="0"/>
              </a:spcBef>
              <a:spcAft>
                <a:spcPts val="0"/>
              </a:spcAft>
              <a:buNone/>
            </a:pPr>
            <a:r>
              <a:rPr lang="en-US">
                <a:latin typeface="Calibri"/>
                <a:ea typeface="Calibri"/>
                <a:cs typeface="Calibri"/>
                <a:sym typeface="Calibri"/>
              </a:rPr>
              <a:t>Now we have 10,000 of mean values - and we make a histogram of those values. According to CLT it will be bell-shaped.</a:t>
            </a:r>
            <a:endParaRPr>
              <a:latin typeface="Calibri"/>
              <a:ea typeface="Calibri"/>
              <a:cs typeface="Calibri"/>
              <a:sym typeface="Calibri"/>
            </a:endParaRPr>
          </a:p>
        </p:txBody>
      </p:sp>
      <p:pic>
        <p:nvPicPr>
          <p:cNvPr id="96" name="Google Shape;96;p14"/>
          <p:cNvPicPr preferRelativeResize="0"/>
          <p:nvPr/>
        </p:nvPicPr>
        <p:blipFill>
          <a:blip r:embed="rId3">
            <a:alphaModFix/>
          </a:blip>
          <a:stretch>
            <a:fillRect/>
          </a:stretch>
        </p:blipFill>
        <p:spPr>
          <a:xfrm>
            <a:off x="5802900" y="155488"/>
            <a:ext cx="3333750" cy="2276475"/>
          </a:xfrm>
          <a:prstGeom prst="rect">
            <a:avLst/>
          </a:prstGeom>
          <a:noFill/>
          <a:ln>
            <a:noFill/>
          </a:ln>
        </p:spPr>
      </p:pic>
      <p:pic>
        <p:nvPicPr>
          <p:cNvPr id="97" name="Google Shape;97;p14"/>
          <p:cNvPicPr preferRelativeResize="0"/>
          <p:nvPr/>
        </p:nvPicPr>
        <p:blipFill>
          <a:blip r:embed="rId4">
            <a:alphaModFix/>
          </a:blip>
          <a:stretch>
            <a:fillRect/>
          </a:stretch>
        </p:blipFill>
        <p:spPr>
          <a:xfrm>
            <a:off x="9321500" y="89600"/>
            <a:ext cx="2793700" cy="2091624"/>
          </a:xfrm>
          <a:prstGeom prst="rect">
            <a:avLst/>
          </a:prstGeom>
          <a:noFill/>
          <a:ln>
            <a:noFill/>
          </a:ln>
        </p:spPr>
      </p:pic>
      <p:pic>
        <p:nvPicPr>
          <p:cNvPr id="98" name="Google Shape;98;p14"/>
          <p:cNvPicPr preferRelativeResize="0"/>
          <p:nvPr/>
        </p:nvPicPr>
        <p:blipFill>
          <a:blip r:embed="rId5">
            <a:alphaModFix/>
          </a:blip>
          <a:stretch>
            <a:fillRect/>
          </a:stretch>
        </p:blipFill>
        <p:spPr>
          <a:xfrm>
            <a:off x="7644800" y="2872531"/>
            <a:ext cx="3417600" cy="2153950"/>
          </a:xfrm>
          <a:prstGeom prst="rect">
            <a:avLst/>
          </a:prstGeom>
          <a:noFill/>
          <a:ln>
            <a:noFill/>
          </a:ln>
        </p:spPr>
      </p:pic>
      <p:pic>
        <p:nvPicPr>
          <p:cNvPr id="99" name="Google Shape;99;p14"/>
          <p:cNvPicPr preferRelativeResize="0"/>
          <p:nvPr/>
        </p:nvPicPr>
        <p:blipFill>
          <a:blip r:embed="rId6">
            <a:alphaModFix/>
          </a:blip>
          <a:stretch>
            <a:fillRect/>
          </a:stretch>
        </p:blipFill>
        <p:spPr>
          <a:xfrm>
            <a:off x="8859306" y="5156379"/>
            <a:ext cx="1205800" cy="1654000"/>
          </a:xfrm>
          <a:prstGeom prst="rect">
            <a:avLst/>
          </a:prstGeom>
          <a:noFill/>
          <a:ln>
            <a:noFill/>
          </a:ln>
        </p:spPr>
      </p:pic>
      <p:cxnSp>
        <p:nvCxnSpPr>
          <p:cNvPr id="100" name="Google Shape;100;p14"/>
          <p:cNvCxnSpPr/>
          <p:nvPr/>
        </p:nvCxnSpPr>
        <p:spPr>
          <a:xfrm rot="10800000" flipH="1">
            <a:off x="5897875" y="4556700"/>
            <a:ext cx="1707000" cy="1158300"/>
          </a:xfrm>
          <a:prstGeom prst="straightConnector1">
            <a:avLst/>
          </a:prstGeom>
          <a:noFill/>
          <a:ln w="9525" cap="flat" cmpd="sng">
            <a:solidFill>
              <a:schemeClr val="dk2"/>
            </a:solidFill>
            <a:prstDash val="solid"/>
            <a:round/>
            <a:headEnd type="none" w="med" len="med"/>
            <a:tailEnd type="triangle" w="med" len="med"/>
          </a:ln>
        </p:spPr>
      </p:cxnSp>
      <p:cxnSp>
        <p:nvCxnSpPr>
          <p:cNvPr id="101" name="Google Shape;101;p14"/>
          <p:cNvCxnSpPr/>
          <p:nvPr/>
        </p:nvCxnSpPr>
        <p:spPr>
          <a:xfrm rot="10800000" flipH="1">
            <a:off x="5623550" y="6202675"/>
            <a:ext cx="2804100" cy="352200"/>
          </a:xfrm>
          <a:prstGeom prst="straightConnector1">
            <a:avLst/>
          </a:prstGeom>
          <a:noFill/>
          <a:ln w="9525" cap="flat" cmpd="sng">
            <a:solidFill>
              <a:schemeClr val="dk2"/>
            </a:solidFill>
            <a:prstDash val="solid"/>
            <a:round/>
            <a:headEnd type="none" w="med" len="med"/>
            <a:tailEnd type="triangle" w="med" len="med"/>
          </a:ln>
        </p:spPr>
      </p:cxn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105"/>
        <p:cNvGrpSpPr/>
        <p:nvPr/>
      </p:nvGrpSpPr>
      <p:grpSpPr>
        <a:xfrm>
          <a:off x="0" y="0"/>
          <a:ext cx="0" cy="0"/>
          <a:chOff x="0" y="0"/>
          <a:chExt cx="0" cy="0"/>
        </a:xfrm>
      </p:grpSpPr>
      <p:sp>
        <p:nvSpPr>
          <p:cNvPr id="106" name="Google Shape;106;p15"/>
          <p:cNvSpPr txBox="1"/>
          <p:nvPr/>
        </p:nvSpPr>
        <p:spPr>
          <a:xfrm>
            <a:off x="75825" y="71800"/>
            <a:ext cx="6523500" cy="65925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3200" b="1">
                <a:solidFill>
                  <a:schemeClr val="dk1"/>
                </a:solidFill>
                <a:latin typeface="Calibri"/>
                <a:ea typeface="Calibri"/>
                <a:cs typeface="Calibri"/>
                <a:sym typeface="Calibri"/>
              </a:rPr>
              <a:t>p-value &amp; null hypothesis</a:t>
            </a:r>
            <a:endParaRPr sz="3200" b="1">
              <a:solidFill>
                <a:schemeClr val="dk1"/>
              </a:solidFill>
              <a:latin typeface="Calibri"/>
              <a:ea typeface="Calibri"/>
              <a:cs typeface="Calibri"/>
              <a:sym typeface="Calibri"/>
            </a:endParaRPr>
          </a:p>
          <a:p>
            <a:pPr marL="0" marR="0" lvl="0" indent="0" algn="l" rtl="0">
              <a:spcBef>
                <a:spcPts val="0"/>
              </a:spcBef>
              <a:spcAft>
                <a:spcPts val="0"/>
              </a:spcAft>
              <a:buSzPts val="1100"/>
              <a:buNone/>
            </a:pPr>
            <a:endParaRPr sz="1800">
              <a:solidFill>
                <a:schemeClr val="dk1"/>
              </a:solidFill>
              <a:latin typeface="Calibri"/>
              <a:ea typeface="Calibri"/>
              <a:cs typeface="Calibri"/>
              <a:sym typeface="Calibri"/>
            </a:endParaRPr>
          </a:p>
          <a:p>
            <a:pPr marL="0" marR="0" lvl="0" indent="0" algn="l" rtl="0">
              <a:spcBef>
                <a:spcPts val="0"/>
              </a:spcBef>
              <a:spcAft>
                <a:spcPts val="0"/>
              </a:spcAft>
              <a:buSzPts val="1100"/>
              <a:buNone/>
            </a:pPr>
            <a:r>
              <a:rPr lang="en-US" sz="1800">
                <a:solidFill>
                  <a:schemeClr val="dk1"/>
                </a:solidFill>
                <a:latin typeface="Calibri"/>
                <a:ea typeface="Calibri"/>
                <a:cs typeface="Calibri"/>
                <a:sym typeface="Calibri"/>
              </a:rPr>
              <a:t>A </a:t>
            </a:r>
            <a:r>
              <a:rPr lang="en-US" sz="1800" b="1">
                <a:solidFill>
                  <a:srgbClr val="0000FF"/>
                </a:solidFill>
                <a:latin typeface="Calibri"/>
                <a:ea typeface="Calibri"/>
                <a:cs typeface="Calibri"/>
                <a:sym typeface="Calibri"/>
              </a:rPr>
              <a:t>p-value</a:t>
            </a:r>
            <a:r>
              <a:rPr lang="en-US" sz="1800">
                <a:solidFill>
                  <a:schemeClr val="dk1"/>
                </a:solidFill>
                <a:latin typeface="Calibri"/>
                <a:ea typeface="Calibri"/>
                <a:cs typeface="Calibri"/>
                <a:sym typeface="Calibri"/>
              </a:rPr>
              <a:t> is a probability of getting results at least as extreme as yours. If this probability is very small, this means that the result is unlikely to be explained by the null hypothesis. So we should reject the null hypothesis.</a:t>
            </a:r>
            <a:endParaRPr sz="1800">
              <a:solidFill>
                <a:schemeClr val="dk1"/>
              </a:solidFill>
              <a:latin typeface="Calibri"/>
              <a:ea typeface="Calibri"/>
              <a:cs typeface="Calibri"/>
              <a:sym typeface="Calibri"/>
            </a:endParaRPr>
          </a:p>
          <a:p>
            <a:pPr marL="0" marR="0" lvl="0" indent="0" algn="l" rtl="0">
              <a:spcBef>
                <a:spcPts val="0"/>
              </a:spcBef>
              <a:spcAft>
                <a:spcPts val="0"/>
              </a:spcAft>
              <a:buSzPts val="1100"/>
              <a:buNone/>
            </a:pPr>
            <a:endParaRPr sz="1800">
              <a:solidFill>
                <a:schemeClr val="dk1"/>
              </a:solidFill>
              <a:latin typeface="Calibri"/>
              <a:ea typeface="Calibri"/>
              <a:cs typeface="Calibri"/>
              <a:sym typeface="Calibri"/>
            </a:endParaRPr>
          </a:p>
          <a:p>
            <a:pPr marL="0" lvl="0" indent="0" algn="l" rtl="0">
              <a:spcBef>
                <a:spcPts val="0"/>
              </a:spcBef>
              <a:spcAft>
                <a:spcPts val="0"/>
              </a:spcAft>
              <a:buSzPts val="1100"/>
              <a:buNone/>
            </a:pPr>
            <a:r>
              <a:rPr lang="en-US">
                <a:solidFill>
                  <a:schemeClr val="dk1"/>
                </a:solidFill>
                <a:latin typeface="Courier New"/>
                <a:ea typeface="Courier New"/>
                <a:cs typeface="Courier New"/>
                <a:sym typeface="Courier New"/>
              </a:rPr>
              <a:t>P-value    probability of observed</a:t>
            </a:r>
            <a:endParaRPr>
              <a:solidFill>
                <a:schemeClr val="dk1"/>
              </a:solidFill>
              <a:latin typeface="Courier New"/>
              <a:ea typeface="Courier New"/>
              <a:cs typeface="Courier New"/>
              <a:sym typeface="Courier New"/>
            </a:endParaRPr>
          </a:p>
          <a:p>
            <a:pPr marL="0" lvl="0" indent="0" algn="l" rtl="0">
              <a:spcBef>
                <a:spcPts val="0"/>
              </a:spcBef>
              <a:spcAft>
                <a:spcPts val="0"/>
              </a:spcAft>
              <a:buSzPts val="1100"/>
              <a:buNone/>
            </a:pPr>
            <a:r>
              <a:rPr lang="en-US">
                <a:solidFill>
                  <a:schemeClr val="dk1"/>
                </a:solidFill>
                <a:latin typeface="Courier New"/>
                <a:ea typeface="Courier New"/>
                <a:cs typeface="Courier New"/>
                <a:sym typeface="Courier New"/>
              </a:rPr>
              <a:t>-------------------------------</a:t>
            </a:r>
            <a:endParaRPr>
              <a:solidFill>
                <a:schemeClr val="dk1"/>
              </a:solidFill>
              <a:latin typeface="Courier New"/>
              <a:ea typeface="Courier New"/>
              <a:cs typeface="Courier New"/>
              <a:sym typeface="Courier New"/>
            </a:endParaRPr>
          </a:p>
          <a:p>
            <a:pPr marL="0" lvl="0" indent="0" algn="l" rtl="0">
              <a:spcBef>
                <a:spcPts val="0"/>
              </a:spcBef>
              <a:spcAft>
                <a:spcPts val="0"/>
              </a:spcAft>
              <a:buSzPts val="1100"/>
              <a:buNone/>
            </a:pPr>
            <a:r>
              <a:rPr lang="en-US">
                <a:solidFill>
                  <a:schemeClr val="dk1"/>
                </a:solidFill>
                <a:latin typeface="Courier New"/>
                <a:ea typeface="Courier New"/>
                <a:cs typeface="Courier New"/>
                <a:sym typeface="Courier New"/>
              </a:rPr>
              <a:t>P &lt; 0.05         5%</a:t>
            </a:r>
            <a:endParaRPr>
              <a:solidFill>
                <a:schemeClr val="dk1"/>
              </a:solidFill>
              <a:latin typeface="Courier New"/>
              <a:ea typeface="Courier New"/>
              <a:cs typeface="Courier New"/>
              <a:sym typeface="Courier New"/>
            </a:endParaRPr>
          </a:p>
          <a:p>
            <a:pPr marL="0" lvl="0" indent="0" algn="l" rtl="0">
              <a:spcBef>
                <a:spcPts val="0"/>
              </a:spcBef>
              <a:spcAft>
                <a:spcPts val="0"/>
              </a:spcAft>
              <a:buSzPts val="1100"/>
              <a:buNone/>
            </a:pPr>
            <a:r>
              <a:rPr lang="en-US">
                <a:solidFill>
                  <a:schemeClr val="dk1"/>
                </a:solidFill>
                <a:latin typeface="Courier New"/>
                <a:ea typeface="Courier New"/>
                <a:cs typeface="Courier New"/>
                <a:sym typeface="Courier New"/>
              </a:rPr>
              <a:t>P &lt; 0.01         1%</a:t>
            </a:r>
            <a:endParaRPr>
              <a:solidFill>
                <a:schemeClr val="dk1"/>
              </a:solidFill>
              <a:latin typeface="Courier New"/>
              <a:ea typeface="Courier New"/>
              <a:cs typeface="Courier New"/>
              <a:sym typeface="Courier New"/>
            </a:endParaRPr>
          </a:p>
          <a:p>
            <a:pPr marL="0" lvl="0" indent="0" algn="l" rtl="0">
              <a:spcBef>
                <a:spcPts val="0"/>
              </a:spcBef>
              <a:spcAft>
                <a:spcPts val="0"/>
              </a:spcAft>
              <a:buSzPts val="1100"/>
              <a:buNone/>
            </a:pPr>
            <a:r>
              <a:rPr lang="en-US">
                <a:solidFill>
                  <a:schemeClr val="dk1"/>
                </a:solidFill>
                <a:latin typeface="Courier New"/>
                <a:ea typeface="Courier New"/>
                <a:cs typeface="Courier New"/>
                <a:sym typeface="Courier New"/>
              </a:rPr>
              <a:t>p &lt; 0.001        0.1%</a:t>
            </a:r>
            <a:endParaRPr>
              <a:solidFill>
                <a:schemeClr val="dk1"/>
              </a:solidFill>
              <a:latin typeface="Courier New"/>
              <a:ea typeface="Courier New"/>
              <a:cs typeface="Courier New"/>
              <a:sym typeface="Courier New"/>
            </a:endParaRPr>
          </a:p>
          <a:p>
            <a:pPr marL="0" lvl="0" indent="0" algn="l" rtl="0">
              <a:spcBef>
                <a:spcPts val="0"/>
              </a:spcBef>
              <a:spcAft>
                <a:spcPts val="0"/>
              </a:spcAft>
              <a:buSzPts val="1100"/>
              <a:buNone/>
            </a:pPr>
            <a:r>
              <a:rPr lang="en-US">
                <a:solidFill>
                  <a:schemeClr val="dk1"/>
                </a:solidFill>
                <a:latin typeface="Courier New"/>
                <a:ea typeface="Courier New"/>
                <a:cs typeface="Courier New"/>
                <a:sym typeface="Courier New"/>
              </a:rPr>
              <a:t>-------------------------------</a:t>
            </a:r>
            <a:endParaRPr>
              <a:solidFill>
                <a:schemeClr val="dk1"/>
              </a:solidFill>
              <a:latin typeface="Courier New"/>
              <a:ea typeface="Courier New"/>
              <a:cs typeface="Courier New"/>
              <a:sym typeface="Courier New"/>
            </a:endParaRPr>
          </a:p>
          <a:p>
            <a:pPr marL="0" marR="0" lvl="0" indent="0" algn="l" rtl="0">
              <a:spcBef>
                <a:spcPts val="0"/>
              </a:spcBef>
              <a:spcAft>
                <a:spcPts val="0"/>
              </a:spcAft>
              <a:buSzPts val="1100"/>
              <a:buNone/>
            </a:pPr>
            <a:endParaRPr sz="1800">
              <a:solidFill>
                <a:schemeClr val="dk1"/>
              </a:solidFill>
              <a:latin typeface="Calibri"/>
              <a:ea typeface="Calibri"/>
              <a:cs typeface="Calibri"/>
              <a:sym typeface="Calibri"/>
            </a:endParaRPr>
          </a:p>
          <a:p>
            <a:pPr marL="0" marR="0" lvl="0" indent="0" algn="l" rtl="0">
              <a:spcBef>
                <a:spcPts val="0"/>
              </a:spcBef>
              <a:spcAft>
                <a:spcPts val="0"/>
              </a:spcAft>
              <a:buSzPts val="1100"/>
              <a:buNone/>
            </a:pPr>
            <a:r>
              <a:rPr lang="en-US" sz="1800">
                <a:solidFill>
                  <a:schemeClr val="dk1"/>
                </a:solidFill>
                <a:latin typeface="Calibri"/>
                <a:ea typeface="Calibri"/>
                <a:cs typeface="Calibri"/>
                <a:sym typeface="Calibri"/>
              </a:rPr>
              <a:t>A small p-value (typically ≤ 0.05) indicates strong evidence against the null hypothesis, so you reject the null hypothesis. People say that this evidence is "statistically significant".</a:t>
            </a:r>
            <a:endParaRPr sz="1800">
              <a:solidFill>
                <a:schemeClr val="dk1"/>
              </a:solidFill>
              <a:latin typeface="Calibri"/>
              <a:ea typeface="Calibri"/>
              <a:cs typeface="Calibri"/>
              <a:sym typeface="Calibri"/>
            </a:endParaRPr>
          </a:p>
          <a:p>
            <a:pPr marL="0" marR="0" lvl="0" indent="0" algn="l" rtl="0">
              <a:spcBef>
                <a:spcPts val="0"/>
              </a:spcBef>
              <a:spcAft>
                <a:spcPts val="0"/>
              </a:spcAft>
              <a:buSzPts val="1100"/>
              <a:buNone/>
            </a:pPr>
            <a:endParaRPr sz="1800">
              <a:solidFill>
                <a:schemeClr val="dk1"/>
              </a:solidFill>
              <a:latin typeface="Calibri"/>
              <a:ea typeface="Calibri"/>
              <a:cs typeface="Calibri"/>
              <a:sym typeface="Calibri"/>
            </a:endParaRPr>
          </a:p>
          <a:p>
            <a:pPr marL="0" marR="0" lvl="0" indent="0" algn="l" rtl="0">
              <a:spcBef>
                <a:spcPts val="0"/>
              </a:spcBef>
              <a:spcAft>
                <a:spcPts val="0"/>
              </a:spcAft>
              <a:buSzPts val="1100"/>
              <a:buNone/>
            </a:pPr>
            <a:r>
              <a:rPr lang="en-US" sz="1800">
                <a:solidFill>
                  <a:schemeClr val="dk1"/>
                </a:solidFill>
                <a:latin typeface="Calibri"/>
                <a:ea typeface="Calibri"/>
                <a:cs typeface="Calibri"/>
                <a:sym typeface="Calibri"/>
              </a:rPr>
              <a:t>Related term is</a:t>
            </a:r>
            <a:r>
              <a:rPr lang="en-US" sz="1800" b="1">
                <a:solidFill>
                  <a:srgbClr val="0000FF"/>
                </a:solidFill>
                <a:latin typeface="Calibri"/>
                <a:ea typeface="Calibri"/>
                <a:cs typeface="Calibri"/>
                <a:sym typeface="Calibri"/>
              </a:rPr>
              <a:t> Confidence Interval (CI)</a:t>
            </a:r>
            <a:r>
              <a:rPr lang="en-US" sz="1800">
                <a:solidFill>
                  <a:schemeClr val="dk1"/>
                </a:solidFill>
                <a:latin typeface="Calibri"/>
                <a:ea typeface="Calibri"/>
                <a:cs typeface="Calibri"/>
                <a:sym typeface="Calibri"/>
              </a:rPr>
              <a:t>. A 95% CI is the interval that you are 95% certain contains the true population value as it might be estimated from a much larger study.</a:t>
            </a:r>
            <a:endParaRPr sz="1800">
              <a:solidFill>
                <a:schemeClr val="dk1"/>
              </a:solidFill>
              <a:latin typeface="Calibri"/>
              <a:ea typeface="Calibri"/>
              <a:cs typeface="Calibri"/>
              <a:sym typeface="Calibri"/>
            </a:endParaRPr>
          </a:p>
          <a:p>
            <a:pPr marL="0" marR="0" lvl="0" indent="0" algn="l" rtl="0">
              <a:spcBef>
                <a:spcPts val="0"/>
              </a:spcBef>
              <a:spcAft>
                <a:spcPts val="0"/>
              </a:spcAft>
              <a:buSzPts val="1100"/>
              <a:buNone/>
            </a:pPr>
            <a:endParaRPr sz="1800">
              <a:solidFill>
                <a:schemeClr val="dk1"/>
              </a:solidFill>
              <a:latin typeface="Calibri"/>
              <a:ea typeface="Calibri"/>
              <a:cs typeface="Calibri"/>
              <a:sym typeface="Calibri"/>
            </a:endParaRPr>
          </a:p>
          <a:p>
            <a:pPr marL="0" marR="0" lvl="0" indent="0" algn="l" rtl="0">
              <a:spcBef>
                <a:spcPts val="0"/>
              </a:spcBef>
              <a:spcAft>
                <a:spcPts val="0"/>
              </a:spcAft>
              <a:buSzPts val="1100"/>
              <a:buNone/>
            </a:pPr>
            <a:r>
              <a:rPr lang="en-US" sz="1800" b="1">
                <a:solidFill>
                  <a:srgbClr val="0000FF"/>
                </a:solidFill>
                <a:latin typeface="Calibri"/>
                <a:ea typeface="Calibri"/>
                <a:cs typeface="Calibri"/>
                <a:sym typeface="Calibri"/>
              </a:rPr>
              <a:t>z-score</a:t>
            </a:r>
            <a:r>
              <a:rPr lang="en-US" sz="1800">
                <a:solidFill>
                  <a:schemeClr val="dk1"/>
                </a:solidFill>
                <a:latin typeface="Calibri"/>
                <a:ea typeface="Calibri"/>
                <a:cs typeface="Calibri"/>
                <a:sym typeface="Calibri"/>
              </a:rPr>
              <a:t> is the distance from the mean measured in the number of standard deviations.</a:t>
            </a:r>
            <a:endParaRPr sz="1800">
              <a:solidFill>
                <a:schemeClr val="dk1"/>
              </a:solidFill>
              <a:latin typeface="Calibri"/>
              <a:ea typeface="Calibri"/>
              <a:cs typeface="Calibri"/>
              <a:sym typeface="Calibri"/>
            </a:endParaRPr>
          </a:p>
        </p:txBody>
      </p:sp>
      <p:pic>
        <p:nvPicPr>
          <p:cNvPr id="107" name="Google Shape;107;p15"/>
          <p:cNvPicPr preferRelativeResize="0"/>
          <p:nvPr/>
        </p:nvPicPr>
        <p:blipFill rotWithShape="1">
          <a:blip r:embed="rId3">
            <a:alphaModFix/>
          </a:blip>
          <a:srcRect b="16296"/>
          <a:stretch/>
        </p:blipFill>
        <p:spPr>
          <a:xfrm>
            <a:off x="7404350" y="129325"/>
            <a:ext cx="4721174" cy="2382325"/>
          </a:xfrm>
          <a:prstGeom prst="rect">
            <a:avLst/>
          </a:prstGeom>
          <a:noFill/>
          <a:ln>
            <a:noFill/>
          </a:ln>
        </p:spPr>
      </p:pic>
      <p:sp>
        <p:nvSpPr>
          <p:cNvPr id="108" name="Google Shape;108;p15"/>
          <p:cNvSpPr txBox="1"/>
          <p:nvPr/>
        </p:nvSpPr>
        <p:spPr>
          <a:xfrm>
            <a:off x="6920825" y="3007950"/>
            <a:ext cx="5204700" cy="842100"/>
          </a:xfrm>
          <a:prstGeom prst="rect">
            <a:avLst/>
          </a:prstGeom>
          <a:no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None/>
            </a:pPr>
            <a:r>
              <a:rPr lang="en-US" sz="1800">
                <a:solidFill>
                  <a:schemeClr val="dk1"/>
                </a:solidFill>
                <a:latin typeface="Calibri"/>
                <a:ea typeface="Calibri"/>
                <a:cs typeface="Calibri"/>
                <a:sym typeface="Calibri"/>
              </a:rPr>
              <a:t>Type I error - false rejection of the null hypothesis</a:t>
            </a:r>
            <a:endParaRPr sz="1800">
              <a:solidFill>
                <a:schemeClr val="dk1"/>
              </a:solidFill>
              <a:latin typeface="Calibri"/>
              <a:ea typeface="Calibri"/>
              <a:cs typeface="Calibri"/>
              <a:sym typeface="Calibri"/>
            </a:endParaRPr>
          </a:p>
          <a:p>
            <a:pPr marL="0" marR="0" lvl="0" indent="0" algn="l" rtl="0">
              <a:lnSpc>
                <a:spcPct val="100000"/>
              </a:lnSpc>
              <a:spcBef>
                <a:spcPts val="0"/>
              </a:spcBef>
              <a:spcAft>
                <a:spcPts val="0"/>
              </a:spcAft>
              <a:buNone/>
            </a:pPr>
            <a:r>
              <a:rPr lang="en-US" sz="1800">
                <a:solidFill>
                  <a:schemeClr val="dk1"/>
                </a:solidFill>
                <a:latin typeface="Calibri"/>
                <a:ea typeface="Calibri"/>
                <a:cs typeface="Calibri"/>
                <a:sym typeface="Calibri"/>
              </a:rPr>
              <a:t>Type II error - false acceptance of the null hypothesis</a:t>
            </a:r>
            <a:endParaRPr sz="1800">
              <a:solidFill>
                <a:schemeClr val="dk1"/>
              </a:solidFill>
              <a:latin typeface="Calibri"/>
              <a:ea typeface="Calibri"/>
              <a:cs typeface="Calibri"/>
              <a:sym typeface="Calibri"/>
            </a:endParaRPr>
          </a:p>
          <a:p>
            <a:pPr marL="0" marR="0" lvl="0" indent="0" algn="l" rtl="0">
              <a:lnSpc>
                <a:spcPct val="100000"/>
              </a:lnSpc>
              <a:spcBef>
                <a:spcPts val="0"/>
              </a:spcBef>
              <a:spcAft>
                <a:spcPts val="0"/>
              </a:spcAft>
              <a:buNone/>
            </a:pPr>
            <a:endParaRPr sz="1800">
              <a:solidFill>
                <a:schemeClr val="dk1"/>
              </a:solidFill>
              <a:latin typeface="Calibri"/>
              <a:ea typeface="Calibri"/>
              <a:cs typeface="Calibri"/>
              <a:sym typeface="Calibri"/>
            </a:endParaRPr>
          </a:p>
        </p:txBody>
      </p:sp>
      <p:graphicFrame>
        <p:nvGraphicFramePr>
          <p:cNvPr id="109" name="Google Shape;109;p15"/>
          <p:cNvGraphicFramePr/>
          <p:nvPr/>
        </p:nvGraphicFramePr>
        <p:xfrm>
          <a:off x="7701913" y="4175913"/>
          <a:ext cx="4126050" cy="2382300"/>
        </p:xfrm>
        <a:graphic>
          <a:graphicData uri="http://schemas.openxmlformats.org/drawingml/2006/table">
            <a:tbl>
              <a:tblPr>
                <a:noFill/>
                <a:tableStyleId>{B1618C5A-BF4F-44D7-ADB2-C5301EF81F8A}</a:tableStyleId>
              </a:tblPr>
              <a:tblGrid>
                <a:gridCol w="1375350">
                  <a:extLst>
                    <a:ext uri="{9D8B030D-6E8A-4147-A177-3AD203B41FA5}">
                      <a16:colId xmlns:a16="http://schemas.microsoft.com/office/drawing/2014/main" val="20000"/>
                    </a:ext>
                  </a:extLst>
                </a:gridCol>
                <a:gridCol w="1375350">
                  <a:extLst>
                    <a:ext uri="{9D8B030D-6E8A-4147-A177-3AD203B41FA5}">
                      <a16:colId xmlns:a16="http://schemas.microsoft.com/office/drawing/2014/main" val="20001"/>
                    </a:ext>
                  </a:extLst>
                </a:gridCol>
                <a:gridCol w="1375350">
                  <a:extLst>
                    <a:ext uri="{9D8B030D-6E8A-4147-A177-3AD203B41FA5}">
                      <a16:colId xmlns:a16="http://schemas.microsoft.com/office/drawing/2014/main" val="20002"/>
                    </a:ext>
                  </a:extLst>
                </a:gridCol>
              </a:tblGrid>
              <a:tr h="794100">
                <a:tc>
                  <a:txBody>
                    <a:bodyPr/>
                    <a:lstStyle/>
                    <a:p>
                      <a:pPr marL="0" lvl="0" indent="0" algn="l" rtl="0">
                        <a:spcBef>
                          <a:spcPts val="0"/>
                        </a:spcBef>
                        <a:spcAft>
                          <a:spcPts val="0"/>
                        </a:spcAft>
                        <a:buNone/>
                      </a:pPr>
                      <a:r>
                        <a:rPr lang="en-US"/>
                        <a:t>        \ Decision</a:t>
                      </a:r>
                      <a:endParaRPr/>
                    </a:p>
                    <a:p>
                      <a:pPr marL="0" lvl="0" indent="0" algn="l" rtl="0">
                        <a:spcBef>
                          <a:spcPts val="0"/>
                        </a:spcBef>
                        <a:spcAft>
                          <a:spcPts val="0"/>
                        </a:spcAft>
                        <a:buNone/>
                      </a:pPr>
                      <a:r>
                        <a:rPr lang="en-US"/>
                        <a:t>Truth \ </a:t>
                      </a:r>
                      <a:endParaRPr/>
                    </a:p>
                  </a:txBody>
                  <a:tcPr marL="91425" marR="91425" marT="91425" marB="91425"/>
                </a:tc>
                <a:tc>
                  <a:txBody>
                    <a:bodyPr/>
                    <a:lstStyle/>
                    <a:p>
                      <a:pPr marL="0" lvl="0" indent="0" algn="l" rtl="0">
                        <a:spcBef>
                          <a:spcPts val="0"/>
                        </a:spcBef>
                        <a:spcAft>
                          <a:spcPts val="0"/>
                        </a:spcAft>
                        <a:buNone/>
                      </a:pPr>
                      <a:r>
                        <a:rPr lang="en-US"/>
                        <a:t>Decision to Accept Ho</a:t>
                      </a:r>
                      <a:endParaRPr/>
                    </a:p>
                  </a:txBody>
                  <a:tcPr marL="91425" marR="91425" marT="91425" marB="91425"/>
                </a:tc>
                <a:tc>
                  <a:txBody>
                    <a:bodyPr/>
                    <a:lstStyle/>
                    <a:p>
                      <a:pPr marL="0" lvl="0" indent="0" algn="l" rtl="0">
                        <a:spcBef>
                          <a:spcPts val="0"/>
                        </a:spcBef>
                        <a:spcAft>
                          <a:spcPts val="0"/>
                        </a:spcAft>
                        <a:buClr>
                          <a:schemeClr val="dk1"/>
                        </a:buClr>
                        <a:buSzPts val="1100"/>
                        <a:buFont typeface="Arial"/>
                        <a:buNone/>
                      </a:pPr>
                      <a:r>
                        <a:rPr lang="en-US">
                          <a:solidFill>
                            <a:schemeClr val="dk1"/>
                          </a:solidFill>
                        </a:rPr>
                        <a:t>Decision to Reject Ho</a:t>
                      </a:r>
                      <a:endParaRPr/>
                    </a:p>
                  </a:txBody>
                  <a:tcPr marL="91425" marR="91425" marT="91425" marB="91425"/>
                </a:tc>
                <a:extLst>
                  <a:ext uri="{0D108BD9-81ED-4DB2-BD59-A6C34878D82A}">
                    <a16:rowId xmlns:a16="http://schemas.microsoft.com/office/drawing/2014/main" val="10000"/>
                  </a:ext>
                </a:extLst>
              </a:tr>
              <a:tr h="794100">
                <a:tc>
                  <a:txBody>
                    <a:bodyPr/>
                    <a:lstStyle/>
                    <a:p>
                      <a:pPr marL="0" lvl="0" indent="0" algn="l" rtl="0">
                        <a:spcBef>
                          <a:spcPts val="0"/>
                        </a:spcBef>
                        <a:spcAft>
                          <a:spcPts val="0"/>
                        </a:spcAft>
                        <a:buNone/>
                      </a:pPr>
                      <a:r>
                        <a:rPr lang="en-US"/>
                        <a:t>Ho is True</a:t>
                      </a:r>
                      <a:endParaRPr/>
                    </a:p>
                  </a:txBody>
                  <a:tcPr marL="91425" marR="91425" marT="91425" marB="91425"/>
                </a:tc>
                <a:tc>
                  <a:txBody>
                    <a:bodyPr/>
                    <a:lstStyle/>
                    <a:p>
                      <a:pPr marL="0" lvl="0" indent="0" algn="l" rtl="0">
                        <a:spcBef>
                          <a:spcPts val="0"/>
                        </a:spcBef>
                        <a:spcAft>
                          <a:spcPts val="0"/>
                        </a:spcAft>
                        <a:buNone/>
                      </a:pPr>
                      <a:r>
                        <a:rPr lang="en-US"/>
                        <a:t>Correct</a:t>
                      </a:r>
                      <a:br>
                        <a:rPr lang="en-US"/>
                      </a:br>
                      <a:r>
                        <a:rPr lang="en-US"/>
                        <a:t>Decision</a:t>
                      </a:r>
                      <a:endParaRPr/>
                    </a:p>
                  </a:txBody>
                  <a:tcPr marL="91425" marR="91425" marT="91425" marB="91425">
                    <a:solidFill>
                      <a:srgbClr val="C9DAF8"/>
                    </a:solidFill>
                  </a:tcPr>
                </a:tc>
                <a:tc>
                  <a:txBody>
                    <a:bodyPr/>
                    <a:lstStyle/>
                    <a:p>
                      <a:pPr marL="0" lvl="0" indent="0" algn="l" rtl="0">
                        <a:spcBef>
                          <a:spcPts val="0"/>
                        </a:spcBef>
                        <a:spcAft>
                          <a:spcPts val="0"/>
                        </a:spcAft>
                        <a:buNone/>
                      </a:pPr>
                      <a:r>
                        <a:rPr lang="en-US"/>
                        <a:t>type I error</a:t>
                      </a:r>
                      <a:endParaRPr/>
                    </a:p>
                  </a:txBody>
                  <a:tcPr marL="91425" marR="91425" marT="91425" marB="91425"/>
                </a:tc>
                <a:extLst>
                  <a:ext uri="{0D108BD9-81ED-4DB2-BD59-A6C34878D82A}">
                    <a16:rowId xmlns:a16="http://schemas.microsoft.com/office/drawing/2014/main" val="10001"/>
                  </a:ext>
                </a:extLst>
              </a:tr>
              <a:tr h="794100">
                <a:tc>
                  <a:txBody>
                    <a:bodyPr/>
                    <a:lstStyle/>
                    <a:p>
                      <a:pPr marL="0" lvl="0" indent="0" algn="l" rtl="0">
                        <a:spcBef>
                          <a:spcPts val="0"/>
                        </a:spcBef>
                        <a:spcAft>
                          <a:spcPts val="0"/>
                        </a:spcAft>
                        <a:buNone/>
                      </a:pPr>
                      <a:r>
                        <a:rPr lang="en-US"/>
                        <a:t>Ho is False</a:t>
                      </a:r>
                      <a:endParaRPr/>
                    </a:p>
                  </a:txBody>
                  <a:tcPr marL="91425" marR="91425" marT="91425" marB="91425"/>
                </a:tc>
                <a:tc>
                  <a:txBody>
                    <a:bodyPr/>
                    <a:lstStyle/>
                    <a:p>
                      <a:pPr marL="0" lvl="0" indent="0" algn="l" rtl="0">
                        <a:spcBef>
                          <a:spcPts val="0"/>
                        </a:spcBef>
                        <a:spcAft>
                          <a:spcPts val="0"/>
                        </a:spcAft>
                        <a:buNone/>
                      </a:pPr>
                      <a:r>
                        <a:rPr lang="en-US"/>
                        <a:t>type II error</a:t>
                      </a:r>
                      <a:endParaRPr/>
                    </a:p>
                  </a:txBody>
                  <a:tcPr marL="91425" marR="91425" marT="91425" marB="91425"/>
                </a:tc>
                <a:tc>
                  <a:txBody>
                    <a:bodyPr/>
                    <a:lstStyle/>
                    <a:p>
                      <a:pPr marL="0" lvl="0" indent="0" algn="l" rtl="0">
                        <a:spcBef>
                          <a:spcPts val="0"/>
                        </a:spcBef>
                        <a:spcAft>
                          <a:spcPts val="0"/>
                        </a:spcAft>
                        <a:buNone/>
                      </a:pPr>
                      <a:r>
                        <a:rPr lang="en-US"/>
                        <a:t>Correct </a:t>
                      </a:r>
                      <a:br>
                        <a:rPr lang="en-US"/>
                      </a:br>
                      <a:r>
                        <a:rPr lang="en-US"/>
                        <a:t>Decision</a:t>
                      </a:r>
                      <a:endParaRPr/>
                    </a:p>
                  </a:txBody>
                  <a:tcPr marL="91425" marR="91425" marT="91425" marB="91425">
                    <a:solidFill>
                      <a:srgbClr val="C9DAF8"/>
                    </a:solidFill>
                  </a:tcPr>
                </a:tc>
                <a:extLst>
                  <a:ext uri="{0D108BD9-81ED-4DB2-BD59-A6C34878D82A}">
                    <a16:rowId xmlns:a16="http://schemas.microsoft.com/office/drawing/2014/main" val="10002"/>
                  </a:ext>
                </a:extLst>
              </a:tr>
            </a:tbl>
          </a:graphicData>
        </a:graphic>
      </p:graphicFrame>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113"/>
        <p:cNvGrpSpPr/>
        <p:nvPr/>
      </p:nvGrpSpPr>
      <p:grpSpPr>
        <a:xfrm>
          <a:off x="0" y="0"/>
          <a:ext cx="0" cy="0"/>
          <a:chOff x="0" y="0"/>
          <a:chExt cx="0" cy="0"/>
        </a:xfrm>
      </p:grpSpPr>
      <p:sp>
        <p:nvSpPr>
          <p:cNvPr id="114" name="Google Shape;114;p16"/>
          <p:cNvSpPr txBox="1"/>
          <p:nvPr/>
        </p:nvSpPr>
        <p:spPr>
          <a:xfrm>
            <a:off x="238200" y="238200"/>
            <a:ext cx="4877100" cy="31470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US">
                <a:latin typeface="Calibri"/>
                <a:ea typeface="Calibri"/>
                <a:cs typeface="Calibri"/>
                <a:sym typeface="Calibri"/>
              </a:rPr>
              <a:t>Problem1:</a:t>
            </a:r>
            <a:endParaRPr>
              <a:latin typeface="Calibri"/>
              <a:ea typeface="Calibri"/>
              <a:cs typeface="Calibri"/>
              <a:sym typeface="Calibri"/>
            </a:endParaRPr>
          </a:p>
          <a:p>
            <a:pPr marL="0" lvl="0" indent="0" algn="l" rtl="0">
              <a:spcBef>
                <a:spcPts val="0"/>
              </a:spcBef>
              <a:spcAft>
                <a:spcPts val="0"/>
              </a:spcAft>
              <a:buNone/>
            </a:pPr>
            <a:endParaRPr>
              <a:latin typeface="Calibri"/>
              <a:ea typeface="Calibri"/>
              <a:cs typeface="Calibri"/>
              <a:sym typeface="Calibri"/>
            </a:endParaRPr>
          </a:p>
          <a:p>
            <a:pPr marL="0" lvl="0" indent="0" algn="l" rtl="0">
              <a:spcBef>
                <a:spcPts val="0"/>
              </a:spcBef>
              <a:spcAft>
                <a:spcPts val="0"/>
              </a:spcAft>
              <a:buNone/>
            </a:pPr>
            <a:r>
              <a:rPr lang="en-US">
                <a:latin typeface="Calibri"/>
                <a:ea typeface="Calibri"/>
                <a:cs typeface="Calibri"/>
                <a:sym typeface="Calibri"/>
              </a:rPr>
              <a:t>Given: women's heights are normally distributed with the mean 65″ and standard deviation of 3.5″</a:t>
            </a:r>
            <a:endParaRPr>
              <a:latin typeface="Calibri"/>
              <a:ea typeface="Calibri"/>
              <a:cs typeface="Calibri"/>
              <a:sym typeface="Calibri"/>
            </a:endParaRPr>
          </a:p>
          <a:p>
            <a:pPr marL="0" lvl="0" indent="0" algn="l" rtl="0">
              <a:spcBef>
                <a:spcPts val="0"/>
              </a:spcBef>
              <a:spcAft>
                <a:spcPts val="0"/>
              </a:spcAft>
              <a:buNone/>
            </a:pPr>
            <a:r>
              <a:rPr lang="en-US">
                <a:latin typeface="Calibri"/>
                <a:ea typeface="Calibri"/>
                <a:cs typeface="Calibri"/>
                <a:sym typeface="Calibri"/>
              </a:rPr>
              <a:t>Question: What is the probability of finding a random sample of 50 women with a mean height of 70″.</a:t>
            </a:r>
            <a:endParaRPr>
              <a:latin typeface="Calibri"/>
              <a:ea typeface="Calibri"/>
              <a:cs typeface="Calibri"/>
              <a:sym typeface="Calibri"/>
            </a:endParaRPr>
          </a:p>
          <a:p>
            <a:pPr marL="0" lvl="0" indent="0" algn="l" rtl="0">
              <a:spcBef>
                <a:spcPts val="0"/>
              </a:spcBef>
              <a:spcAft>
                <a:spcPts val="0"/>
              </a:spcAft>
              <a:buNone/>
            </a:pPr>
            <a:endParaRPr>
              <a:latin typeface="Calibri"/>
              <a:ea typeface="Calibri"/>
              <a:cs typeface="Calibri"/>
              <a:sym typeface="Calibri"/>
            </a:endParaRPr>
          </a:p>
          <a:p>
            <a:pPr marL="0" lvl="0" indent="0" algn="l" rtl="0">
              <a:spcBef>
                <a:spcPts val="0"/>
              </a:spcBef>
              <a:spcAft>
                <a:spcPts val="0"/>
              </a:spcAft>
              <a:buNone/>
            </a:pPr>
            <a:r>
              <a:rPr lang="en-US">
                <a:latin typeface="Calibri"/>
                <a:ea typeface="Calibri"/>
                <a:cs typeface="Calibri"/>
                <a:sym typeface="Calibri"/>
              </a:rPr>
              <a:t>To answer, let's estimate the </a:t>
            </a:r>
            <a:r>
              <a:rPr lang="en-US" b="1">
                <a:solidFill>
                  <a:srgbClr val="0000FF"/>
                </a:solidFill>
                <a:latin typeface="Calibri"/>
                <a:ea typeface="Calibri"/>
                <a:cs typeface="Calibri"/>
                <a:sym typeface="Calibri"/>
              </a:rPr>
              <a:t>z-score</a:t>
            </a:r>
            <a:r>
              <a:rPr lang="en-US">
                <a:latin typeface="Calibri"/>
                <a:ea typeface="Calibri"/>
                <a:cs typeface="Calibri"/>
                <a:sym typeface="Calibri"/>
              </a:rPr>
              <a:t>:</a:t>
            </a:r>
            <a:endParaRPr>
              <a:latin typeface="Calibri"/>
              <a:ea typeface="Calibri"/>
              <a:cs typeface="Calibri"/>
              <a:sym typeface="Calibri"/>
            </a:endParaRPr>
          </a:p>
          <a:p>
            <a:pPr marL="0" lvl="0" indent="0" algn="l" rtl="0">
              <a:spcBef>
                <a:spcPts val="0"/>
              </a:spcBef>
              <a:spcAft>
                <a:spcPts val="0"/>
              </a:spcAft>
              <a:buClr>
                <a:schemeClr val="dk1"/>
              </a:buClr>
              <a:buSzPts val="1100"/>
              <a:buFont typeface="Arial"/>
              <a:buNone/>
            </a:pPr>
            <a:r>
              <a:rPr lang="en-US">
                <a:latin typeface="Calibri"/>
                <a:ea typeface="Calibri"/>
                <a:cs typeface="Calibri"/>
                <a:sym typeface="Calibri"/>
              </a:rPr>
              <a:t>z = (x – μ) / (σ / √n) = (70 – 65) / (3.5/√50) = 5 / 0.495 = 10.1</a:t>
            </a:r>
            <a:endParaRPr>
              <a:latin typeface="Calibri"/>
              <a:ea typeface="Calibri"/>
              <a:cs typeface="Calibri"/>
              <a:sym typeface="Calibri"/>
            </a:endParaRPr>
          </a:p>
          <a:p>
            <a:pPr marL="0" lvl="0" indent="0" algn="l" rtl="0">
              <a:spcBef>
                <a:spcPts val="0"/>
              </a:spcBef>
              <a:spcAft>
                <a:spcPts val="0"/>
              </a:spcAft>
              <a:buNone/>
            </a:pPr>
            <a:endParaRPr>
              <a:latin typeface="Calibri"/>
              <a:ea typeface="Calibri"/>
              <a:cs typeface="Calibri"/>
              <a:sym typeface="Calibri"/>
            </a:endParaRPr>
          </a:p>
          <a:p>
            <a:pPr marL="0" lvl="0" indent="0" algn="l" rtl="0">
              <a:spcBef>
                <a:spcPts val="0"/>
              </a:spcBef>
              <a:spcAft>
                <a:spcPts val="0"/>
              </a:spcAft>
              <a:buNone/>
            </a:pPr>
            <a:r>
              <a:rPr lang="en-US">
                <a:latin typeface="Calibri"/>
                <a:ea typeface="Calibri"/>
                <a:cs typeface="Calibri"/>
                <a:sym typeface="Calibri"/>
              </a:rPr>
              <a:t>We know that 99% of values fall within 3</a:t>
            </a:r>
            <a:r>
              <a:rPr lang="en-US">
                <a:solidFill>
                  <a:schemeClr val="dk1"/>
                </a:solidFill>
                <a:latin typeface="Calibri"/>
                <a:ea typeface="Calibri"/>
                <a:cs typeface="Calibri"/>
                <a:sym typeface="Calibri"/>
              </a:rPr>
              <a:t>σ</a:t>
            </a:r>
            <a:r>
              <a:rPr lang="en-US">
                <a:latin typeface="Calibri"/>
                <a:ea typeface="Calibri"/>
                <a:cs typeface="Calibri"/>
                <a:sym typeface="Calibri"/>
              </a:rPr>
              <a:t> (68,  95,  99.7 rule).</a:t>
            </a:r>
            <a:endParaRPr>
              <a:latin typeface="Calibri"/>
              <a:ea typeface="Calibri"/>
              <a:cs typeface="Calibri"/>
              <a:sym typeface="Calibri"/>
            </a:endParaRPr>
          </a:p>
          <a:p>
            <a:pPr marL="0" lvl="0" indent="0" algn="l" rtl="0">
              <a:spcBef>
                <a:spcPts val="0"/>
              </a:spcBef>
              <a:spcAft>
                <a:spcPts val="0"/>
              </a:spcAft>
              <a:buNone/>
            </a:pPr>
            <a:r>
              <a:rPr lang="en-US">
                <a:latin typeface="Calibri"/>
                <a:ea typeface="Calibri"/>
                <a:cs typeface="Calibri"/>
                <a:sym typeface="Calibri"/>
              </a:rPr>
              <a:t>We have z-score = 10, which is much more than 3.</a:t>
            </a:r>
            <a:endParaRPr>
              <a:latin typeface="Calibri"/>
              <a:ea typeface="Calibri"/>
              <a:cs typeface="Calibri"/>
              <a:sym typeface="Calibri"/>
            </a:endParaRPr>
          </a:p>
          <a:p>
            <a:pPr marL="0" lvl="0" indent="0" algn="l" rtl="0">
              <a:spcBef>
                <a:spcPts val="0"/>
              </a:spcBef>
              <a:spcAft>
                <a:spcPts val="0"/>
              </a:spcAft>
              <a:buNone/>
            </a:pPr>
            <a:r>
              <a:rPr lang="en-US">
                <a:latin typeface="Calibri"/>
                <a:ea typeface="Calibri"/>
                <a:cs typeface="Calibri"/>
                <a:sym typeface="Calibri"/>
              </a:rPr>
              <a:t>So the probability </a:t>
            </a:r>
            <a:r>
              <a:rPr lang="en-US">
                <a:solidFill>
                  <a:schemeClr val="dk1"/>
                </a:solidFill>
                <a:latin typeface="Calibri"/>
                <a:ea typeface="Calibri"/>
                <a:cs typeface="Calibri"/>
                <a:sym typeface="Calibri"/>
              </a:rPr>
              <a:t>that any sample of 50 women will have a mean height of 70″ will be much-much less than 1%.</a:t>
            </a:r>
            <a:endParaRPr>
              <a:latin typeface="Calibri"/>
              <a:ea typeface="Calibri"/>
              <a:cs typeface="Calibri"/>
              <a:sym typeface="Calibri"/>
            </a:endParaRPr>
          </a:p>
        </p:txBody>
      </p:sp>
      <p:sp>
        <p:nvSpPr>
          <p:cNvPr id="115" name="Google Shape;115;p16"/>
          <p:cNvSpPr txBox="1"/>
          <p:nvPr/>
        </p:nvSpPr>
        <p:spPr>
          <a:xfrm>
            <a:off x="6067250" y="238200"/>
            <a:ext cx="5707800" cy="59442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US">
                <a:latin typeface="Calibri"/>
                <a:ea typeface="Calibri"/>
                <a:cs typeface="Calibri"/>
                <a:sym typeface="Calibri"/>
              </a:rPr>
              <a:t>Problem 2:</a:t>
            </a:r>
            <a:endParaRPr>
              <a:latin typeface="Calibri"/>
              <a:ea typeface="Calibri"/>
              <a:cs typeface="Calibri"/>
              <a:sym typeface="Calibri"/>
            </a:endParaRPr>
          </a:p>
          <a:p>
            <a:pPr marL="0" lvl="0" indent="0" algn="l" rtl="0">
              <a:spcBef>
                <a:spcPts val="0"/>
              </a:spcBef>
              <a:spcAft>
                <a:spcPts val="0"/>
              </a:spcAft>
              <a:buNone/>
            </a:pPr>
            <a:endParaRPr>
              <a:latin typeface="Calibri"/>
              <a:ea typeface="Calibri"/>
              <a:cs typeface="Calibri"/>
              <a:sym typeface="Calibri"/>
            </a:endParaRPr>
          </a:p>
          <a:p>
            <a:pPr marL="0" lvl="0" indent="0" algn="l" rtl="0">
              <a:spcBef>
                <a:spcPts val="0"/>
              </a:spcBef>
              <a:spcAft>
                <a:spcPts val="0"/>
              </a:spcAft>
              <a:buNone/>
            </a:pPr>
            <a:r>
              <a:rPr lang="en-US">
                <a:latin typeface="Calibri"/>
                <a:ea typeface="Calibri"/>
                <a:cs typeface="Calibri"/>
                <a:sym typeface="Calibri"/>
              </a:rPr>
              <a:t>Suppose you are testing a claim that the percentage of all women with varicose veins is 25%, and your sample of 100 women had 20% with varicose veins. </a:t>
            </a:r>
            <a:endParaRPr>
              <a:latin typeface="Calibri"/>
              <a:ea typeface="Calibri"/>
              <a:cs typeface="Calibri"/>
              <a:sym typeface="Calibri"/>
            </a:endParaRPr>
          </a:p>
          <a:p>
            <a:pPr marL="0" lvl="0" indent="0" algn="l" rtl="0">
              <a:spcBef>
                <a:spcPts val="0"/>
              </a:spcBef>
              <a:spcAft>
                <a:spcPts val="0"/>
              </a:spcAft>
              <a:buNone/>
            </a:pPr>
            <a:r>
              <a:rPr lang="en-US">
                <a:latin typeface="Calibri"/>
                <a:ea typeface="Calibri"/>
                <a:cs typeface="Calibri"/>
                <a:sym typeface="Calibri"/>
              </a:rPr>
              <a:t>Then the sample proportion p=0.20. </a:t>
            </a:r>
            <a:endParaRPr>
              <a:latin typeface="Calibri"/>
              <a:ea typeface="Calibri"/>
              <a:cs typeface="Calibri"/>
              <a:sym typeface="Calibri"/>
            </a:endParaRPr>
          </a:p>
          <a:p>
            <a:pPr marL="0" lvl="0" indent="0" algn="l" rtl="0">
              <a:spcBef>
                <a:spcPts val="0"/>
              </a:spcBef>
              <a:spcAft>
                <a:spcPts val="0"/>
              </a:spcAft>
              <a:buNone/>
            </a:pPr>
            <a:r>
              <a:rPr lang="en-US">
                <a:latin typeface="Calibri"/>
                <a:ea typeface="Calibri"/>
                <a:cs typeface="Calibri"/>
                <a:sym typeface="Calibri"/>
              </a:rPr>
              <a:t>The standard error for your sample percentage is the square root of p(1-p)/n which equals 0.04 or 4%. </a:t>
            </a:r>
            <a:endParaRPr>
              <a:latin typeface="Calibri"/>
              <a:ea typeface="Calibri"/>
              <a:cs typeface="Calibri"/>
              <a:sym typeface="Calibri"/>
            </a:endParaRPr>
          </a:p>
          <a:p>
            <a:pPr marL="0" lvl="0" indent="0" algn="l" rtl="0">
              <a:spcBef>
                <a:spcPts val="0"/>
              </a:spcBef>
              <a:spcAft>
                <a:spcPts val="0"/>
              </a:spcAft>
              <a:buNone/>
            </a:pPr>
            <a:endParaRPr>
              <a:latin typeface="Calibri"/>
              <a:ea typeface="Calibri"/>
              <a:cs typeface="Calibri"/>
              <a:sym typeface="Calibri"/>
            </a:endParaRPr>
          </a:p>
          <a:p>
            <a:pPr marL="0" lvl="0" indent="0" algn="l" rtl="0">
              <a:spcBef>
                <a:spcPts val="0"/>
              </a:spcBef>
              <a:spcAft>
                <a:spcPts val="0"/>
              </a:spcAft>
              <a:buNone/>
            </a:pPr>
            <a:r>
              <a:rPr lang="en-US">
                <a:latin typeface="Calibri"/>
                <a:ea typeface="Calibri"/>
                <a:cs typeface="Calibri"/>
                <a:sym typeface="Calibri"/>
              </a:rPr>
              <a:t>You find the test statistic by taking the proportion in the sample with varicose veins, 0.20, subtracting the claimed proportion of all women with varicose veins, 0.25, and then dividing the result by the standard error, 0.04. </a:t>
            </a:r>
            <a:endParaRPr>
              <a:latin typeface="Calibri"/>
              <a:ea typeface="Calibri"/>
              <a:cs typeface="Calibri"/>
              <a:sym typeface="Calibri"/>
            </a:endParaRPr>
          </a:p>
          <a:p>
            <a:pPr marL="0" lvl="0" indent="0" algn="l" rtl="0">
              <a:spcBef>
                <a:spcPts val="0"/>
              </a:spcBef>
              <a:spcAft>
                <a:spcPts val="0"/>
              </a:spcAft>
              <a:buNone/>
            </a:pPr>
            <a:endParaRPr>
              <a:latin typeface="Calibri"/>
              <a:ea typeface="Calibri"/>
              <a:cs typeface="Calibri"/>
              <a:sym typeface="Calibri"/>
            </a:endParaRPr>
          </a:p>
          <a:p>
            <a:pPr marL="0" lvl="0" indent="0" algn="l" rtl="0">
              <a:spcBef>
                <a:spcPts val="0"/>
              </a:spcBef>
              <a:spcAft>
                <a:spcPts val="0"/>
              </a:spcAft>
              <a:buNone/>
            </a:pPr>
            <a:r>
              <a:rPr lang="en-US">
                <a:latin typeface="Calibri"/>
                <a:ea typeface="Calibri"/>
                <a:cs typeface="Calibri"/>
                <a:sym typeface="Calibri"/>
              </a:rPr>
              <a:t>These calculations give you a test statistic (standard score) of –0.05 divided by 0.04 = –1.25. </a:t>
            </a:r>
            <a:endParaRPr>
              <a:latin typeface="Calibri"/>
              <a:ea typeface="Calibri"/>
              <a:cs typeface="Calibri"/>
              <a:sym typeface="Calibri"/>
            </a:endParaRPr>
          </a:p>
          <a:p>
            <a:pPr marL="0" lvl="0" indent="0" algn="l" rtl="0">
              <a:spcBef>
                <a:spcPts val="0"/>
              </a:spcBef>
              <a:spcAft>
                <a:spcPts val="0"/>
              </a:spcAft>
              <a:buNone/>
            </a:pPr>
            <a:endParaRPr>
              <a:latin typeface="Calibri"/>
              <a:ea typeface="Calibri"/>
              <a:cs typeface="Calibri"/>
              <a:sym typeface="Calibri"/>
            </a:endParaRPr>
          </a:p>
          <a:p>
            <a:pPr marL="0" lvl="0" indent="0" algn="l" rtl="0">
              <a:spcBef>
                <a:spcPts val="0"/>
              </a:spcBef>
              <a:spcAft>
                <a:spcPts val="0"/>
              </a:spcAft>
              <a:buClr>
                <a:schemeClr val="dk1"/>
              </a:buClr>
              <a:buSzPts val="1100"/>
              <a:buFont typeface="Arial"/>
              <a:buNone/>
            </a:pPr>
            <a:r>
              <a:rPr lang="en-US">
                <a:latin typeface="Calibri"/>
                <a:ea typeface="Calibri"/>
                <a:cs typeface="Calibri"/>
                <a:sym typeface="Calibri"/>
              </a:rPr>
              <a:t>This tells you that your sample results and the population claim in H0 are 1.25 standard errors apart; in particular, your sample results are 1.25 standard errors below the claim.</a:t>
            </a:r>
            <a:endParaRPr>
              <a:latin typeface="Calibri"/>
              <a:ea typeface="Calibri"/>
              <a:cs typeface="Calibri"/>
              <a:sym typeface="Calibri"/>
            </a:endParaRPr>
          </a:p>
          <a:p>
            <a:pPr marL="0" lvl="0" indent="0" algn="l" rtl="0">
              <a:spcBef>
                <a:spcPts val="0"/>
              </a:spcBef>
              <a:spcAft>
                <a:spcPts val="0"/>
              </a:spcAft>
              <a:buClr>
                <a:schemeClr val="dk1"/>
              </a:buClr>
              <a:buSzPts val="1100"/>
              <a:buFont typeface="Arial"/>
              <a:buNone/>
            </a:pPr>
            <a:endParaRPr>
              <a:latin typeface="Calibri"/>
              <a:ea typeface="Calibri"/>
              <a:cs typeface="Calibri"/>
              <a:sym typeface="Calibri"/>
            </a:endParaRPr>
          </a:p>
          <a:p>
            <a:pPr marL="0" lvl="0" indent="0" algn="l" rtl="0">
              <a:spcBef>
                <a:spcPts val="0"/>
              </a:spcBef>
              <a:spcAft>
                <a:spcPts val="0"/>
              </a:spcAft>
              <a:buNone/>
            </a:pPr>
            <a:r>
              <a:rPr lang="en-US">
                <a:latin typeface="Calibri"/>
                <a:ea typeface="Calibri"/>
                <a:cs typeface="Calibri"/>
                <a:sym typeface="Calibri"/>
              </a:rPr>
              <a:t>When testing H0: p = 0.25 versus Ha: p &lt; 0.25, you find that the p-value of -1.25 by finding the probability that Z is less than -1.25. When you look this number up on the </a:t>
            </a:r>
            <a:r>
              <a:rPr lang="en-US" b="1">
                <a:solidFill>
                  <a:srgbClr val="0000FF"/>
                </a:solidFill>
                <a:latin typeface="Calibri"/>
                <a:ea typeface="Calibri"/>
                <a:cs typeface="Calibri"/>
                <a:sym typeface="Calibri"/>
              </a:rPr>
              <a:t>Z-table</a:t>
            </a:r>
            <a:r>
              <a:rPr lang="en-US">
                <a:latin typeface="Calibri"/>
                <a:ea typeface="Calibri"/>
                <a:cs typeface="Calibri"/>
                <a:sym typeface="Calibri"/>
              </a:rPr>
              <a:t>, you find a probability of 0.1056 of Z being less than this value.</a:t>
            </a:r>
            <a:endParaRPr>
              <a:latin typeface="Calibri"/>
              <a:ea typeface="Calibri"/>
              <a:cs typeface="Calibri"/>
              <a:sym typeface="Calibri"/>
            </a:endParaRPr>
          </a:p>
          <a:p>
            <a:pPr marL="0" lvl="0" indent="0" algn="l" rtl="0">
              <a:spcBef>
                <a:spcPts val="0"/>
              </a:spcBef>
              <a:spcAft>
                <a:spcPts val="0"/>
              </a:spcAft>
              <a:buNone/>
            </a:pPr>
            <a:endParaRPr>
              <a:latin typeface="Calibri"/>
              <a:ea typeface="Calibri"/>
              <a:cs typeface="Calibri"/>
              <a:sym typeface="Calibri"/>
            </a:endParaRPr>
          </a:p>
          <a:p>
            <a:pPr marL="0" lvl="0" indent="0" algn="l" rtl="0">
              <a:spcBef>
                <a:spcPts val="0"/>
              </a:spcBef>
              <a:spcAft>
                <a:spcPts val="0"/>
              </a:spcAft>
              <a:buNone/>
            </a:pPr>
            <a:r>
              <a:rPr lang="en-US">
                <a:latin typeface="Calibri"/>
                <a:ea typeface="Calibri"/>
                <a:cs typeface="Calibri"/>
                <a:sym typeface="Calibri"/>
              </a:rPr>
              <a:t>Note: A </a:t>
            </a:r>
            <a:r>
              <a:rPr lang="en-US" b="1">
                <a:solidFill>
                  <a:srgbClr val="0000FF"/>
                </a:solidFill>
                <a:latin typeface="Calibri"/>
                <a:ea typeface="Calibri"/>
                <a:cs typeface="Calibri"/>
                <a:sym typeface="Calibri"/>
              </a:rPr>
              <a:t>Z-table</a:t>
            </a:r>
            <a:r>
              <a:rPr lang="en-US">
                <a:latin typeface="Calibri"/>
                <a:ea typeface="Calibri"/>
                <a:cs typeface="Calibri"/>
                <a:sym typeface="Calibri"/>
              </a:rPr>
              <a:t> is simply a table of values of the </a:t>
            </a:r>
            <a:r>
              <a:rPr lang="en-US">
                <a:solidFill>
                  <a:schemeClr val="dk1"/>
                </a:solidFill>
                <a:latin typeface="Calibri"/>
                <a:ea typeface="Calibri"/>
                <a:cs typeface="Calibri"/>
                <a:sym typeface="Calibri"/>
              </a:rPr>
              <a:t>cumulative distribution function of the normal distribution.</a:t>
            </a:r>
            <a:endParaRPr>
              <a:latin typeface="Calibri"/>
              <a:ea typeface="Calibri"/>
              <a:cs typeface="Calibri"/>
              <a:sym typeface="Calibri"/>
            </a:endParaRP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120"/>
        <p:cNvGrpSpPr/>
        <p:nvPr/>
      </p:nvGrpSpPr>
      <p:grpSpPr>
        <a:xfrm>
          <a:off x="0" y="0"/>
          <a:ext cx="0" cy="0"/>
          <a:chOff x="0" y="0"/>
          <a:chExt cx="0" cy="0"/>
        </a:xfrm>
      </p:grpSpPr>
      <p:sp>
        <p:nvSpPr>
          <p:cNvPr id="121" name="Google Shape;121;p17"/>
          <p:cNvSpPr txBox="1"/>
          <p:nvPr/>
        </p:nvSpPr>
        <p:spPr>
          <a:xfrm>
            <a:off x="104925" y="105600"/>
            <a:ext cx="6646500" cy="65934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US" sz="3000" b="1">
                <a:latin typeface="Calibri"/>
                <a:ea typeface="Calibri"/>
                <a:cs typeface="Calibri"/>
                <a:sym typeface="Calibri"/>
              </a:rPr>
              <a:t>Chi-Square  </a:t>
            </a:r>
            <a:r>
              <a:rPr lang="en-US" sz="3000" b="1" i="1">
                <a:solidFill>
                  <a:srgbClr val="222222"/>
                </a:solidFill>
                <a:highlight>
                  <a:srgbClr val="FFFFFF"/>
                </a:highlight>
                <a:latin typeface="Times New Roman"/>
                <a:ea typeface="Times New Roman"/>
                <a:cs typeface="Times New Roman"/>
                <a:sym typeface="Times New Roman"/>
              </a:rPr>
              <a:t>χ</a:t>
            </a:r>
            <a:r>
              <a:rPr lang="en-US" sz="3000" b="1" baseline="30000">
                <a:solidFill>
                  <a:srgbClr val="222222"/>
                </a:solidFill>
                <a:highlight>
                  <a:srgbClr val="FFFFFF"/>
                </a:highlight>
                <a:latin typeface="Times New Roman"/>
                <a:ea typeface="Times New Roman"/>
                <a:cs typeface="Times New Roman"/>
                <a:sym typeface="Times New Roman"/>
              </a:rPr>
              <a:t>2</a:t>
            </a:r>
            <a:r>
              <a:rPr lang="en-US" sz="3000" b="1">
                <a:latin typeface="Calibri"/>
                <a:ea typeface="Calibri"/>
                <a:cs typeface="Calibri"/>
                <a:sym typeface="Calibri"/>
              </a:rPr>
              <a:t>  Goodness of Fit Test</a:t>
            </a:r>
            <a:endParaRPr sz="3000" b="1">
              <a:latin typeface="Calibri"/>
              <a:ea typeface="Calibri"/>
              <a:cs typeface="Calibri"/>
              <a:sym typeface="Calibri"/>
            </a:endParaRPr>
          </a:p>
          <a:p>
            <a:pPr marL="0" lvl="0" indent="0" algn="l" rtl="0">
              <a:spcBef>
                <a:spcPts val="0"/>
              </a:spcBef>
              <a:spcAft>
                <a:spcPts val="0"/>
              </a:spcAft>
              <a:buNone/>
            </a:pPr>
            <a:endParaRPr sz="1800">
              <a:latin typeface="Calibri"/>
              <a:ea typeface="Calibri"/>
              <a:cs typeface="Calibri"/>
              <a:sym typeface="Calibri"/>
            </a:endParaRPr>
          </a:p>
          <a:p>
            <a:pPr marL="0" lvl="0" indent="0" algn="l" rtl="0">
              <a:spcBef>
                <a:spcPts val="0"/>
              </a:spcBef>
              <a:spcAft>
                <a:spcPts val="0"/>
              </a:spcAft>
              <a:buNone/>
            </a:pPr>
            <a:r>
              <a:rPr lang="en-US" sz="1800" u="sng">
                <a:solidFill>
                  <a:schemeClr val="hlink"/>
                </a:solidFill>
                <a:hlinkClick r:id="rId3"/>
              </a:rPr>
              <a:t>https://stattrek.com/chi-square-test/goodness-of-fit.aspx</a:t>
            </a:r>
            <a:r>
              <a:rPr lang="en-US" sz="1800">
                <a:latin typeface="Calibri"/>
                <a:ea typeface="Calibri"/>
                <a:cs typeface="Calibri"/>
                <a:sym typeface="Calibri"/>
              </a:rPr>
              <a:t> </a:t>
            </a:r>
            <a:endParaRPr sz="1800">
              <a:latin typeface="Calibri"/>
              <a:ea typeface="Calibri"/>
              <a:cs typeface="Calibri"/>
              <a:sym typeface="Calibri"/>
            </a:endParaRPr>
          </a:p>
          <a:p>
            <a:pPr marL="0" lvl="0" indent="0" algn="l" rtl="0">
              <a:spcBef>
                <a:spcPts val="0"/>
              </a:spcBef>
              <a:spcAft>
                <a:spcPts val="0"/>
              </a:spcAft>
              <a:buNone/>
            </a:pPr>
            <a:endParaRPr sz="1800">
              <a:latin typeface="Calibri"/>
              <a:ea typeface="Calibri"/>
              <a:cs typeface="Calibri"/>
              <a:sym typeface="Calibri"/>
            </a:endParaRPr>
          </a:p>
          <a:p>
            <a:pPr marL="0" lvl="0" indent="0" algn="l" rtl="0">
              <a:spcBef>
                <a:spcPts val="0"/>
              </a:spcBef>
              <a:spcAft>
                <a:spcPts val="0"/>
              </a:spcAft>
              <a:buClr>
                <a:schemeClr val="dk1"/>
              </a:buClr>
              <a:buSzPts val="1100"/>
              <a:buFont typeface="Arial"/>
              <a:buNone/>
            </a:pPr>
            <a:r>
              <a:rPr lang="en-US" sz="2400">
                <a:latin typeface="Calibri"/>
                <a:ea typeface="Calibri"/>
                <a:cs typeface="Calibri"/>
                <a:sym typeface="Calibri"/>
              </a:rPr>
              <a:t>Pearson, 1900</a:t>
            </a:r>
            <a:endParaRPr sz="2400">
              <a:latin typeface="Calibri"/>
              <a:ea typeface="Calibri"/>
              <a:cs typeface="Calibri"/>
              <a:sym typeface="Calibri"/>
            </a:endParaRPr>
          </a:p>
          <a:p>
            <a:pPr marL="0" lvl="0" indent="0" algn="l" rtl="0">
              <a:spcBef>
                <a:spcPts val="0"/>
              </a:spcBef>
              <a:spcAft>
                <a:spcPts val="0"/>
              </a:spcAft>
              <a:buClr>
                <a:schemeClr val="dk1"/>
              </a:buClr>
              <a:buSzPts val="1100"/>
              <a:buFont typeface="Arial"/>
              <a:buNone/>
            </a:pPr>
            <a:r>
              <a:rPr lang="en-US" sz="2400">
                <a:latin typeface="Calibri"/>
                <a:ea typeface="Calibri"/>
                <a:cs typeface="Calibri"/>
                <a:sym typeface="Calibri"/>
              </a:rPr>
              <a:t>Suppose we have k mutually-exclusive classes</a:t>
            </a:r>
            <a:endParaRPr sz="2400">
              <a:latin typeface="Calibri"/>
              <a:ea typeface="Calibri"/>
              <a:cs typeface="Calibri"/>
              <a:sym typeface="Calibri"/>
            </a:endParaRPr>
          </a:p>
          <a:p>
            <a:pPr marL="0" lvl="0" indent="0" algn="l" rtl="0">
              <a:spcBef>
                <a:spcPts val="0"/>
              </a:spcBef>
              <a:spcAft>
                <a:spcPts val="0"/>
              </a:spcAft>
              <a:buClr>
                <a:schemeClr val="dk1"/>
              </a:buClr>
              <a:buSzPts val="1100"/>
              <a:buFont typeface="Arial"/>
              <a:buNone/>
            </a:pPr>
            <a:r>
              <a:rPr lang="en-US" sz="2400">
                <a:latin typeface="Calibri"/>
                <a:ea typeface="Calibri"/>
                <a:cs typeface="Calibri"/>
                <a:sym typeface="Calibri"/>
              </a:rPr>
              <a:t>N - total number of all observations,</a:t>
            </a:r>
            <a:endParaRPr sz="2400">
              <a:latin typeface="Calibri"/>
              <a:ea typeface="Calibri"/>
              <a:cs typeface="Calibri"/>
              <a:sym typeface="Calibri"/>
            </a:endParaRPr>
          </a:p>
          <a:p>
            <a:pPr marL="0" lvl="0" indent="0" algn="l" rtl="0">
              <a:spcBef>
                <a:spcPts val="0"/>
              </a:spcBef>
              <a:spcAft>
                <a:spcPts val="0"/>
              </a:spcAft>
              <a:buClr>
                <a:schemeClr val="dk1"/>
              </a:buClr>
              <a:buSzPts val="1100"/>
              <a:buFont typeface="Arial"/>
              <a:buNone/>
            </a:pPr>
            <a:r>
              <a:rPr lang="en-US" sz="2400">
                <a:latin typeface="Calibri"/>
                <a:ea typeface="Calibri"/>
                <a:cs typeface="Calibri"/>
                <a:sym typeface="Calibri"/>
              </a:rPr>
              <a:t>n</a:t>
            </a:r>
            <a:r>
              <a:rPr lang="en-US" sz="2400" baseline="-25000">
                <a:latin typeface="Calibri"/>
                <a:ea typeface="Calibri"/>
                <a:cs typeface="Calibri"/>
                <a:sym typeface="Calibri"/>
              </a:rPr>
              <a:t>i</a:t>
            </a:r>
            <a:r>
              <a:rPr lang="en-US" sz="2400">
                <a:latin typeface="Calibri"/>
                <a:ea typeface="Calibri"/>
                <a:cs typeface="Calibri"/>
                <a:sym typeface="Calibri"/>
              </a:rPr>
              <a:t> (i=1,2,...k) - number of observations for each class</a:t>
            </a:r>
            <a:endParaRPr sz="2400">
              <a:latin typeface="Calibri"/>
              <a:ea typeface="Calibri"/>
              <a:cs typeface="Calibri"/>
              <a:sym typeface="Calibri"/>
            </a:endParaRPr>
          </a:p>
          <a:p>
            <a:pPr marL="0" lvl="0" indent="0" algn="l" rtl="0">
              <a:spcBef>
                <a:spcPts val="0"/>
              </a:spcBef>
              <a:spcAft>
                <a:spcPts val="0"/>
              </a:spcAft>
              <a:buClr>
                <a:schemeClr val="dk1"/>
              </a:buClr>
              <a:buSzPts val="1100"/>
              <a:buFont typeface="Arial"/>
              <a:buNone/>
            </a:pPr>
            <a:r>
              <a:rPr lang="en-US" sz="2400">
                <a:latin typeface="Calibri"/>
                <a:ea typeface="Calibri"/>
                <a:cs typeface="Calibri"/>
                <a:sym typeface="Calibri"/>
              </a:rPr>
              <a:t>p</a:t>
            </a:r>
            <a:r>
              <a:rPr lang="en-US" sz="2400" baseline="-25000">
                <a:latin typeface="Calibri"/>
                <a:ea typeface="Calibri"/>
                <a:cs typeface="Calibri"/>
                <a:sym typeface="Calibri"/>
              </a:rPr>
              <a:t>i</a:t>
            </a:r>
            <a:r>
              <a:rPr lang="en-US" sz="2400">
                <a:latin typeface="Calibri"/>
                <a:ea typeface="Calibri"/>
                <a:cs typeface="Calibri"/>
                <a:sym typeface="Calibri"/>
              </a:rPr>
              <a:t> - hypothetical probability of each class (null hypothesis). Then sum(p</a:t>
            </a:r>
            <a:r>
              <a:rPr lang="en-US" sz="2400" baseline="-25000">
                <a:latin typeface="Calibri"/>
                <a:ea typeface="Calibri"/>
                <a:cs typeface="Calibri"/>
                <a:sym typeface="Calibri"/>
              </a:rPr>
              <a:t>i</a:t>
            </a:r>
            <a:r>
              <a:rPr lang="en-US" sz="2400">
                <a:latin typeface="Calibri"/>
                <a:ea typeface="Calibri"/>
                <a:cs typeface="Calibri"/>
                <a:sym typeface="Calibri"/>
              </a:rPr>
              <a:t>) = 1</a:t>
            </a:r>
            <a:endParaRPr sz="2400">
              <a:latin typeface="Calibri"/>
              <a:ea typeface="Calibri"/>
              <a:cs typeface="Calibri"/>
              <a:sym typeface="Calibri"/>
            </a:endParaRPr>
          </a:p>
          <a:p>
            <a:pPr marL="0" lvl="0" indent="0" algn="l" rtl="0">
              <a:spcBef>
                <a:spcPts val="0"/>
              </a:spcBef>
              <a:spcAft>
                <a:spcPts val="0"/>
              </a:spcAft>
              <a:buClr>
                <a:schemeClr val="dk1"/>
              </a:buClr>
              <a:buSzPts val="1100"/>
              <a:buFont typeface="Arial"/>
              <a:buNone/>
            </a:pPr>
            <a:r>
              <a:rPr lang="en-US" sz="2400">
                <a:latin typeface="Calibri"/>
                <a:ea typeface="Calibri"/>
                <a:cs typeface="Calibri"/>
                <a:sym typeface="Calibri"/>
              </a:rPr>
              <a:t>Then for each class:</a:t>
            </a:r>
            <a:endParaRPr sz="2400">
              <a:latin typeface="Calibri"/>
              <a:ea typeface="Calibri"/>
              <a:cs typeface="Calibri"/>
              <a:sym typeface="Calibri"/>
            </a:endParaRPr>
          </a:p>
          <a:p>
            <a:pPr marL="0" lvl="0" indent="0" algn="l" rtl="0">
              <a:spcBef>
                <a:spcPts val="0"/>
              </a:spcBef>
              <a:spcAft>
                <a:spcPts val="0"/>
              </a:spcAft>
              <a:buClr>
                <a:schemeClr val="dk1"/>
              </a:buClr>
              <a:buSzPts val="1100"/>
              <a:buFont typeface="Arial"/>
              <a:buNone/>
            </a:pPr>
            <a:r>
              <a:rPr lang="en-US" sz="2400">
                <a:latin typeface="Calibri"/>
                <a:ea typeface="Calibri"/>
                <a:cs typeface="Calibri"/>
                <a:sym typeface="Calibri"/>
              </a:rPr>
              <a:t>   expected value of observations  m</a:t>
            </a:r>
            <a:r>
              <a:rPr lang="en-US" sz="2400" baseline="-25000">
                <a:latin typeface="Calibri"/>
                <a:ea typeface="Calibri"/>
                <a:cs typeface="Calibri"/>
                <a:sym typeface="Calibri"/>
              </a:rPr>
              <a:t>i</a:t>
            </a:r>
            <a:r>
              <a:rPr lang="en-US" sz="2400">
                <a:latin typeface="Calibri"/>
                <a:ea typeface="Calibri"/>
                <a:cs typeface="Calibri"/>
                <a:sym typeface="Calibri"/>
              </a:rPr>
              <a:t>=N*p</a:t>
            </a:r>
            <a:r>
              <a:rPr lang="en-US" sz="2400" baseline="-25000">
                <a:latin typeface="Calibri"/>
                <a:ea typeface="Calibri"/>
                <a:cs typeface="Calibri"/>
                <a:sym typeface="Calibri"/>
              </a:rPr>
              <a:t>i</a:t>
            </a:r>
            <a:endParaRPr sz="2400" baseline="-25000">
              <a:latin typeface="Calibri"/>
              <a:ea typeface="Calibri"/>
              <a:cs typeface="Calibri"/>
              <a:sym typeface="Calibri"/>
            </a:endParaRPr>
          </a:p>
          <a:p>
            <a:pPr marL="0" lvl="0" indent="0" algn="l" rtl="0">
              <a:spcBef>
                <a:spcPts val="0"/>
              </a:spcBef>
              <a:spcAft>
                <a:spcPts val="0"/>
              </a:spcAft>
              <a:buClr>
                <a:schemeClr val="dk1"/>
              </a:buClr>
              <a:buSzPts val="1100"/>
              <a:buFont typeface="Arial"/>
              <a:buNone/>
            </a:pPr>
            <a:r>
              <a:rPr lang="en-US" sz="2400">
                <a:latin typeface="Calibri"/>
                <a:ea typeface="Calibri"/>
                <a:cs typeface="Calibri"/>
                <a:sym typeface="Calibri"/>
              </a:rPr>
              <a:t>   sum(m</a:t>
            </a:r>
            <a:r>
              <a:rPr lang="en-US" sz="2400" baseline="-25000">
                <a:latin typeface="Calibri"/>
                <a:ea typeface="Calibri"/>
                <a:cs typeface="Calibri"/>
                <a:sym typeface="Calibri"/>
              </a:rPr>
              <a:t>i</a:t>
            </a:r>
            <a:r>
              <a:rPr lang="en-US" sz="2400">
                <a:latin typeface="Calibri"/>
                <a:ea typeface="Calibri"/>
                <a:cs typeface="Calibri"/>
                <a:sym typeface="Calibri"/>
              </a:rPr>
              <a:t>) = N*sum(p</a:t>
            </a:r>
            <a:r>
              <a:rPr lang="en-US" sz="2400" baseline="-25000">
                <a:latin typeface="Calibri"/>
                <a:ea typeface="Calibri"/>
                <a:cs typeface="Calibri"/>
                <a:sym typeface="Calibri"/>
              </a:rPr>
              <a:t>i</a:t>
            </a:r>
            <a:r>
              <a:rPr lang="en-US" sz="2400">
                <a:latin typeface="Calibri"/>
                <a:ea typeface="Calibri"/>
                <a:cs typeface="Calibri"/>
                <a:sym typeface="Calibri"/>
              </a:rPr>
              <a:t>) = sum(n</a:t>
            </a:r>
            <a:r>
              <a:rPr lang="en-US" sz="2400" baseline="-25000">
                <a:latin typeface="Calibri"/>
                <a:ea typeface="Calibri"/>
                <a:cs typeface="Calibri"/>
                <a:sym typeface="Calibri"/>
              </a:rPr>
              <a:t>i</a:t>
            </a:r>
            <a:r>
              <a:rPr lang="en-US" sz="2400">
                <a:latin typeface="Calibri"/>
                <a:ea typeface="Calibri"/>
                <a:cs typeface="Calibri"/>
                <a:sym typeface="Calibri"/>
              </a:rPr>
              <a:t>)</a:t>
            </a:r>
            <a:endParaRPr sz="2400">
              <a:latin typeface="Calibri"/>
              <a:ea typeface="Calibri"/>
              <a:cs typeface="Calibri"/>
              <a:sym typeface="Calibri"/>
            </a:endParaRPr>
          </a:p>
          <a:p>
            <a:pPr marL="0" lvl="0" indent="0" algn="l" rtl="0">
              <a:spcBef>
                <a:spcPts val="0"/>
              </a:spcBef>
              <a:spcAft>
                <a:spcPts val="0"/>
              </a:spcAft>
              <a:buClr>
                <a:schemeClr val="dk1"/>
              </a:buClr>
              <a:buSzPts val="1100"/>
              <a:buFont typeface="Arial"/>
              <a:buNone/>
            </a:pPr>
            <a:endParaRPr sz="2400">
              <a:latin typeface="Calibri"/>
              <a:ea typeface="Calibri"/>
              <a:cs typeface="Calibri"/>
              <a:sym typeface="Calibri"/>
            </a:endParaRPr>
          </a:p>
          <a:p>
            <a:pPr marL="0" lvl="0" indent="0" algn="l" rtl="0">
              <a:spcBef>
                <a:spcPts val="0"/>
              </a:spcBef>
              <a:spcAft>
                <a:spcPts val="0"/>
              </a:spcAft>
              <a:buClr>
                <a:schemeClr val="dk1"/>
              </a:buClr>
              <a:buSzPts val="1100"/>
              <a:buFont typeface="Arial"/>
              <a:buNone/>
            </a:pPr>
            <a:r>
              <a:rPr lang="en-US" sz="2400">
                <a:latin typeface="Calibri"/>
                <a:ea typeface="Calibri"/>
                <a:cs typeface="Calibri"/>
                <a:sym typeface="Calibri"/>
              </a:rPr>
              <a:t>Pearson has proposed that as N gets bigger</a:t>
            </a:r>
            <a:endParaRPr sz="2400">
              <a:latin typeface="Calibri"/>
              <a:ea typeface="Calibri"/>
              <a:cs typeface="Calibri"/>
              <a:sym typeface="Calibri"/>
            </a:endParaRPr>
          </a:p>
          <a:p>
            <a:pPr marL="0" lvl="0" indent="0" algn="l" rtl="0">
              <a:spcBef>
                <a:spcPts val="0"/>
              </a:spcBef>
              <a:spcAft>
                <a:spcPts val="0"/>
              </a:spcAft>
              <a:buClr>
                <a:schemeClr val="dk1"/>
              </a:buClr>
              <a:buSzPts val="1100"/>
              <a:buFont typeface="Arial"/>
              <a:buNone/>
            </a:pPr>
            <a:r>
              <a:rPr lang="en-US" sz="2400">
                <a:latin typeface="Calibri"/>
                <a:ea typeface="Calibri"/>
                <a:cs typeface="Calibri"/>
                <a:sym typeface="Calibri"/>
              </a:rPr>
              <a:t>X</a:t>
            </a:r>
            <a:r>
              <a:rPr lang="en-US" sz="2400" baseline="30000">
                <a:latin typeface="Calibri"/>
                <a:ea typeface="Calibri"/>
                <a:cs typeface="Calibri"/>
                <a:sym typeface="Calibri"/>
              </a:rPr>
              <a:t>2</a:t>
            </a:r>
            <a:r>
              <a:rPr lang="en-US" sz="2400">
                <a:latin typeface="Calibri"/>
                <a:ea typeface="Calibri"/>
                <a:cs typeface="Calibri"/>
                <a:sym typeface="Calibri"/>
              </a:rPr>
              <a:t> = sum((n</a:t>
            </a:r>
            <a:r>
              <a:rPr lang="en-US" sz="2400" baseline="-25000">
                <a:latin typeface="Calibri"/>
                <a:ea typeface="Calibri"/>
                <a:cs typeface="Calibri"/>
                <a:sym typeface="Calibri"/>
              </a:rPr>
              <a:t>i</a:t>
            </a:r>
            <a:r>
              <a:rPr lang="en-US" sz="2400">
                <a:latin typeface="Calibri"/>
                <a:ea typeface="Calibri"/>
                <a:cs typeface="Calibri"/>
                <a:sym typeface="Calibri"/>
              </a:rPr>
              <a:t>-m</a:t>
            </a:r>
            <a:r>
              <a:rPr lang="en-US" sz="2400" baseline="-25000">
                <a:latin typeface="Calibri"/>
                <a:ea typeface="Calibri"/>
                <a:cs typeface="Calibri"/>
                <a:sym typeface="Calibri"/>
              </a:rPr>
              <a:t>i</a:t>
            </a:r>
            <a:r>
              <a:rPr lang="en-US" sz="2400">
                <a:latin typeface="Calibri"/>
                <a:ea typeface="Calibri"/>
                <a:cs typeface="Calibri"/>
                <a:sym typeface="Calibri"/>
              </a:rPr>
              <a:t>)</a:t>
            </a:r>
            <a:r>
              <a:rPr lang="en-US" sz="2400" baseline="30000">
                <a:latin typeface="Calibri"/>
                <a:ea typeface="Calibri"/>
                <a:cs typeface="Calibri"/>
                <a:sym typeface="Calibri"/>
              </a:rPr>
              <a:t>2</a:t>
            </a:r>
            <a:r>
              <a:rPr lang="en-US" sz="2400">
                <a:latin typeface="Calibri"/>
                <a:ea typeface="Calibri"/>
                <a:cs typeface="Calibri"/>
                <a:sym typeface="Calibri"/>
              </a:rPr>
              <a:t>/m</a:t>
            </a:r>
            <a:r>
              <a:rPr lang="en-US" sz="2400" baseline="-25000">
                <a:latin typeface="Calibri"/>
                <a:ea typeface="Calibri"/>
                <a:cs typeface="Calibri"/>
                <a:sym typeface="Calibri"/>
              </a:rPr>
              <a:t>i</a:t>
            </a:r>
            <a:r>
              <a:rPr lang="en-US" sz="2400">
                <a:latin typeface="Calibri"/>
                <a:ea typeface="Calibri"/>
                <a:cs typeface="Calibri"/>
                <a:sym typeface="Calibri"/>
              </a:rPr>
              <a:t>) --&gt; </a:t>
            </a:r>
            <a:r>
              <a:rPr lang="en-US" sz="2400" i="1">
                <a:solidFill>
                  <a:srgbClr val="222222"/>
                </a:solidFill>
                <a:highlight>
                  <a:srgbClr val="FFFFFF"/>
                </a:highlight>
                <a:latin typeface="Times New Roman"/>
                <a:ea typeface="Times New Roman"/>
                <a:cs typeface="Times New Roman"/>
                <a:sym typeface="Times New Roman"/>
              </a:rPr>
              <a:t>χ</a:t>
            </a:r>
            <a:r>
              <a:rPr lang="en-US" sz="2400" baseline="30000">
                <a:solidFill>
                  <a:srgbClr val="222222"/>
                </a:solidFill>
                <a:highlight>
                  <a:srgbClr val="FFFFFF"/>
                </a:highlight>
                <a:latin typeface="Times New Roman"/>
                <a:ea typeface="Times New Roman"/>
                <a:cs typeface="Times New Roman"/>
                <a:sym typeface="Times New Roman"/>
              </a:rPr>
              <a:t>2</a:t>
            </a:r>
            <a:r>
              <a:rPr lang="en-US" sz="2400">
                <a:latin typeface="Calibri"/>
                <a:ea typeface="Calibri"/>
                <a:cs typeface="Calibri"/>
                <a:sym typeface="Calibri"/>
              </a:rPr>
              <a:t> distribution </a:t>
            </a:r>
            <a:endParaRPr sz="2400">
              <a:latin typeface="Calibri"/>
              <a:ea typeface="Calibri"/>
              <a:cs typeface="Calibri"/>
              <a:sym typeface="Calibri"/>
            </a:endParaRPr>
          </a:p>
          <a:p>
            <a:pPr marL="0" lvl="0" indent="0" algn="l" rtl="0">
              <a:spcBef>
                <a:spcPts val="0"/>
              </a:spcBef>
              <a:spcAft>
                <a:spcPts val="0"/>
              </a:spcAft>
              <a:buClr>
                <a:schemeClr val="dk1"/>
              </a:buClr>
              <a:buSzPts val="1100"/>
              <a:buFont typeface="Arial"/>
              <a:buNone/>
            </a:pPr>
            <a:r>
              <a:rPr lang="en-US" sz="2400">
                <a:latin typeface="Calibri"/>
                <a:ea typeface="Calibri"/>
                <a:cs typeface="Calibri"/>
                <a:sym typeface="Calibri"/>
              </a:rPr>
              <a:t>                                               with (k − 1) degrees</a:t>
            </a:r>
            <a:endParaRPr sz="2400">
              <a:latin typeface="Calibri"/>
              <a:ea typeface="Calibri"/>
              <a:cs typeface="Calibri"/>
              <a:sym typeface="Calibri"/>
            </a:endParaRPr>
          </a:p>
          <a:p>
            <a:pPr marL="0" lvl="0" indent="0" algn="l" rtl="0">
              <a:spcBef>
                <a:spcPts val="0"/>
              </a:spcBef>
              <a:spcAft>
                <a:spcPts val="0"/>
              </a:spcAft>
              <a:buClr>
                <a:schemeClr val="dk1"/>
              </a:buClr>
              <a:buSzPts val="1100"/>
              <a:buFont typeface="Arial"/>
              <a:buNone/>
            </a:pPr>
            <a:r>
              <a:rPr lang="en-US" sz="2400">
                <a:latin typeface="Calibri"/>
                <a:ea typeface="Calibri"/>
                <a:cs typeface="Calibri"/>
                <a:sym typeface="Calibri"/>
              </a:rPr>
              <a:t>                                               of freedom </a:t>
            </a:r>
            <a:endParaRPr sz="2400">
              <a:latin typeface="Calibri"/>
              <a:ea typeface="Calibri"/>
              <a:cs typeface="Calibri"/>
              <a:sym typeface="Calibri"/>
            </a:endParaRPr>
          </a:p>
          <a:p>
            <a:pPr marL="0" lvl="0" indent="0" algn="l" rtl="0">
              <a:spcBef>
                <a:spcPts val="0"/>
              </a:spcBef>
              <a:spcAft>
                <a:spcPts val="0"/>
              </a:spcAft>
              <a:buClr>
                <a:schemeClr val="dk1"/>
              </a:buClr>
              <a:buSzPts val="1100"/>
              <a:buFont typeface="Arial"/>
              <a:buNone/>
            </a:pPr>
            <a:endParaRPr sz="1800">
              <a:latin typeface="Calibri"/>
              <a:ea typeface="Calibri"/>
              <a:cs typeface="Calibri"/>
              <a:sym typeface="Calibri"/>
            </a:endParaRPr>
          </a:p>
          <a:p>
            <a:pPr marL="0" lvl="0" indent="0" algn="l" rtl="0">
              <a:spcBef>
                <a:spcPts val="0"/>
              </a:spcBef>
              <a:spcAft>
                <a:spcPts val="0"/>
              </a:spcAft>
              <a:buNone/>
            </a:pPr>
            <a:endParaRPr sz="1800">
              <a:latin typeface="Calibri"/>
              <a:ea typeface="Calibri"/>
              <a:cs typeface="Calibri"/>
              <a:sym typeface="Calibri"/>
            </a:endParaRPr>
          </a:p>
        </p:txBody>
      </p:sp>
      <p:pic>
        <p:nvPicPr>
          <p:cNvPr id="122" name="Google Shape;122;p17"/>
          <p:cNvPicPr preferRelativeResize="0"/>
          <p:nvPr/>
        </p:nvPicPr>
        <p:blipFill>
          <a:blip r:embed="rId4">
            <a:alphaModFix/>
          </a:blip>
          <a:stretch>
            <a:fillRect/>
          </a:stretch>
        </p:blipFill>
        <p:spPr>
          <a:xfrm>
            <a:off x="7025638" y="882850"/>
            <a:ext cx="5135778" cy="3928092"/>
          </a:xfrm>
          <a:prstGeom prst="rect">
            <a:avLst/>
          </a:prstGeom>
          <a:noFill/>
          <a:ln>
            <a:noFill/>
          </a:ln>
        </p:spPr>
      </p:pic>
      <p:sp>
        <p:nvSpPr>
          <p:cNvPr id="123" name="Google Shape;123;p17"/>
          <p:cNvSpPr txBox="1"/>
          <p:nvPr/>
        </p:nvSpPr>
        <p:spPr>
          <a:xfrm>
            <a:off x="6926625" y="0"/>
            <a:ext cx="5257800" cy="9753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US" sz="2400">
                <a:latin typeface="Calibri"/>
                <a:ea typeface="Calibri"/>
                <a:cs typeface="Calibri"/>
                <a:sym typeface="Calibri"/>
              </a:rPr>
              <a:t>Chi-squared distribution, showing χ2 on the x-axis and p-value on the y-axis.</a:t>
            </a:r>
            <a:endParaRPr sz="2400">
              <a:latin typeface="Calibri"/>
              <a:ea typeface="Calibri"/>
              <a:cs typeface="Calibri"/>
              <a:sym typeface="Calibri"/>
            </a:endParaRPr>
          </a:p>
        </p:txBody>
      </p:sp>
      <p:sp>
        <p:nvSpPr>
          <p:cNvPr id="124" name="Google Shape;124;p17"/>
          <p:cNvSpPr txBox="1"/>
          <p:nvPr/>
        </p:nvSpPr>
        <p:spPr>
          <a:xfrm>
            <a:off x="6797050" y="4961575"/>
            <a:ext cx="5394900" cy="18963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US" sz="2400">
                <a:latin typeface="Calibri"/>
                <a:ea typeface="Calibri"/>
                <a:cs typeface="Calibri"/>
                <a:sym typeface="Calibri"/>
              </a:rPr>
              <a:t>In practice we calculate value </a:t>
            </a:r>
            <a:r>
              <a:rPr lang="en-US" sz="2400">
                <a:solidFill>
                  <a:schemeClr val="dk1"/>
                </a:solidFill>
                <a:latin typeface="Calibri"/>
                <a:ea typeface="Calibri"/>
                <a:cs typeface="Calibri"/>
                <a:sym typeface="Calibri"/>
              </a:rPr>
              <a:t>X</a:t>
            </a:r>
            <a:r>
              <a:rPr lang="en-US" sz="2400" baseline="30000">
                <a:solidFill>
                  <a:schemeClr val="dk1"/>
                </a:solidFill>
                <a:latin typeface="Calibri"/>
                <a:ea typeface="Calibri"/>
                <a:cs typeface="Calibri"/>
                <a:sym typeface="Calibri"/>
              </a:rPr>
              <a:t>2</a:t>
            </a:r>
            <a:r>
              <a:rPr lang="en-US" sz="2400">
                <a:solidFill>
                  <a:schemeClr val="dk1"/>
                </a:solidFill>
                <a:latin typeface="Calibri"/>
                <a:ea typeface="Calibri"/>
                <a:cs typeface="Calibri"/>
                <a:sym typeface="Calibri"/>
              </a:rPr>
              <a:t> from our data, then use </a:t>
            </a:r>
            <a:r>
              <a:rPr lang="en-US" sz="2400" i="1">
                <a:solidFill>
                  <a:srgbClr val="222222"/>
                </a:solidFill>
                <a:highlight>
                  <a:schemeClr val="lt1"/>
                </a:highlight>
                <a:latin typeface="Times New Roman"/>
                <a:ea typeface="Times New Roman"/>
                <a:cs typeface="Times New Roman"/>
                <a:sym typeface="Times New Roman"/>
              </a:rPr>
              <a:t>χ</a:t>
            </a:r>
            <a:r>
              <a:rPr lang="en-US" sz="2400" baseline="30000">
                <a:solidFill>
                  <a:srgbClr val="222222"/>
                </a:solidFill>
                <a:highlight>
                  <a:schemeClr val="lt1"/>
                </a:highlight>
                <a:latin typeface="Times New Roman"/>
                <a:ea typeface="Times New Roman"/>
                <a:cs typeface="Times New Roman"/>
                <a:sym typeface="Times New Roman"/>
              </a:rPr>
              <a:t>2</a:t>
            </a:r>
            <a:r>
              <a:rPr lang="en-US" sz="2400">
                <a:solidFill>
                  <a:schemeClr val="dk1"/>
                </a:solidFill>
                <a:latin typeface="Calibri"/>
                <a:ea typeface="Calibri"/>
                <a:cs typeface="Calibri"/>
                <a:sym typeface="Calibri"/>
              </a:rPr>
              <a:t> distribution to estimate the P-value (the </a:t>
            </a:r>
            <a:r>
              <a:rPr lang="en-US" sz="2400">
                <a:latin typeface="Calibri"/>
                <a:ea typeface="Calibri"/>
                <a:cs typeface="Calibri"/>
                <a:sym typeface="Calibri"/>
              </a:rPr>
              <a:t>probability that a chi-square statistic is more extreme than </a:t>
            </a:r>
            <a:r>
              <a:rPr lang="en-US" sz="2400">
                <a:solidFill>
                  <a:schemeClr val="dk1"/>
                </a:solidFill>
                <a:latin typeface="Calibri"/>
                <a:ea typeface="Calibri"/>
                <a:cs typeface="Calibri"/>
                <a:sym typeface="Calibri"/>
              </a:rPr>
              <a:t>X</a:t>
            </a:r>
            <a:r>
              <a:rPr lang="en-US" sz="2400" baseline="30000">
                <a:solidFill>
                  <a:schemeClr val="dk1"/>
                </a:solidFill>
                <a:latin typeface="Calibri"/>
                <a:ea typeface="Calibri"/>
                <a:cs typeface="Calibri"/>
                <a:sym typeface="Calibri"/>
              </a:rPr>
              <a:t>2</a:t>
            </a:r>
            <a:r>
              <a:rPr lang="en-US" sz="2400">
                <a:solidFill>
                  <a:schemeClr val="dk1"/>
                </a:solidFill>
                <a:latin typeface="Calibri"/>
                <a:ea typeface="Calibri"/>
                <a:cs typeface="Calibri"/>
                <a:sym typeface="Calibri"/>
              </a:rPr>
              <a:t> value that we have.</a:t>
            </a:r>
            <a:endParaRPr sz="2400">
              <a:latin typeface="Calibri"/>
              <a:ea typeface="Calibri"/>
              <a:cs typeface="Calibri"/>
              <a:sym typeface="Calibri"/>
            </a:endParaRP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129"/>
        <p:cNvGrpSpPr/>
        <p:nvPr/>
      </p:nvGrpSpPr>
      <p:grpSpPr>
        <a:xfrm>
          <a:off x="0" y="0"/>
          <a:ext cx="0" cy="0"/>
          <a:chOff x="0" y="0"/>
          <a:chExt cx="0" cy="0"/>
        </a:xfrm>
      </p:grpSpPr>
      <p:sp>
        <p:nvSpPr>
          <p:cNvPr id="130" name="Google Shape;130;p18"/>
          <p:cNvSpPr txBox="1"/>
          <p:nvPr/>
        </p:nvSpPr>
        <p:spPr>
          <a:xfrm>
            <a:off x="76200" y="76200"/>
            <a:ext cx="12115800" cy="67818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US" sz="3000" b="1">
                <a:latin typeface="Calibri"/>
                <a:ea typeface="Calibri"/>
                <a:cs typeface="Calibri"/>
                <a:sym typeface="Calibri"/>
              </a:rPr>
              <a:t>Example of X2 calculation</a:t>
            </a:r>
            <a:r>
              <a:rPr lang="en-US" sz="1800">
                <a:latin typeface="Calibri"/>
                <a:ea typeface="Calibri"/>
                <a:cs typeface="Calibri"/>
                <a:sym typeface="Calibri"/>
              </a:rPr>
              <a:t>   ( from </a:t>
            </a:r>
            <a:r>
              <a:rPr lang="en-US" sz="1800" u="sng">
                <a:solidFill>
                  <a:schemeClr val="hlink"/>
                </a:solidFill>
                <a:hlinkClick r:id="rId3"/>
              </a:rPr>
              <a:t>https://stattrek.com/chi-square-test/goodness-of-fit.aspx</a:t>
            </a:r>
            <a:r>
              <a:rPr lang="en-US" sz="1800">
                <a:latin typeface="Calibri"/>
                <a:ea typeface="Calibri"/>
                <a:cs typeface="Calibri"/>
                <a:sym typeface="Calibri"/>
              </a:rPr>
              <a:t> )</a:t>
            </a:r>
            <a:endParaRPr sz="1800">
              <a:latin typeface="Calibri"/>
              <a:ea typeface="Calibri"/>
              <a:cs typeface="Calibri"/>
              <a:sym typeface="Calibri"/>
            </a:endParaRPr>
          </a:p>
          <a:p>
            <a:pPr marL="0" lvl="0" indent="0" algn="l" rtl="0">
              <a:spcBef>
                <a:spcPts val="0"/>
              </a:spcBef>
              <a:spcAft>
                <a:spcPts val="0"/>
              </a:spcAft>
              <a:buClr>
                <a:schemeClr val="dk1"/>
              </a:buClr>
              <a:buSzPts val="1100"/>
              <a:buFont typeface="Arial"/>
              <a:buNone/>
            </a:pPr>
            <a:br>
              <a:rPr lang="en-US" sz="1800">
                <a:latin typeface="Calibri"/>
                <a:ea typeface="Calibri"/>
                <a:cs typeface="Calibri"/>
                <a:sym typeface="Calibri"/>
              </a:rPr>
            </a:br>
            <a:r>
              <a:rPr lang="en-US" sz="1800" b="1" u="sng">
                <a:latin typeface="Calibri"/>
                <a:ea typeface="Calibri"/>
                <a:cs typeface="Calibri"/>
                <a:sym typeface="Calibri"/>
              </a:rPr>
              <a:t>Problem:</a:t>
            </a:r>
            <a:endParaRPr sz="1800" b="1" u="sng">
              <a:latin typeface="Calibri"/>
              <a:ea typeface="Calibri"/>
              <a:cs typeface="Calibri"/>
              <a:sym typeface="Calibri"/>
            </a:endParaRPr>
          </a:p>
          <a:p>
            <a:pPr marL="0" lvl="0" indent="0" algn="l" rtl="0">
              <a:spcBef>
                <a:spcPts val="0"/>
              </a:spcBef>
              <a:spcAft>
                <a:spcPts val="0"/>
              </a:spcAft>
              <a:buNone/>
            </a:pPr>
            <a:r>
              <a:rPr lang="en-US" sz="1800">
                <a:latin typeface="Calibri"/>
                <a:ea typeface="Calibri"/>
                <a:cs typeface="Calibri"/>
                <a:sym typeface="Calibri"/>
              </a:rPr>
              <a:t>We have 3 types of cards (T1,T2,T3) with theoretical frequency of (30%, 60%, 10%).</a:t>
            </a:r>
            <a:endParaRPr sz="1800">
              <a:latin typeface="Calibri"/>
              <a:ea typeface="Calibri"/>
              <a:cs typeface="Calibri"/>
              <a:sym typeface="Calibri"/>
            </a:endParaRPr>
          </a:p>
          <a:p>
            <a:pPr marL="0" lvl="0" indent="0" algn="l" rtl="0">
              <a:spcBef>
                <a:spcPts val="0"/>
              </a:spcBef>
              <a:spcAft>
                <a:spcPts val="0"/>
              </a:spcAft>
              <a:buNone/>
            </a:pPr>
            <a:r>
              <a:rPr lang="en-US" sz="1800">
                <a:latin typeface="Calibri"/>
                <a:ea typeface="Calibri"/>
                <a:cs typeface="Calibri"/>
                <a:sym typeface="Calibri"/>
              </a:rPr>
              <a:t>We have a random sample of 100 cards with counts (50, 45, 5).</a:t>
            </a:r>
            <a:endParaRPr sz="1800">
              <a:latin typeface="Calibri"/>
              <a:ea typeface="Calibri"/>
              <a:cs typeface="Calibri"/>
              <a:sym typeface="Calibri"/>
            </a:endParaRPr>
          </a:p>
          <a:p>
            <a:pPr marL="0" lvl="0" indent="0" algn="l" rtl="0">
              <a:spcBef>
                <a:spcPts val="0"/>
              </a:spcBef>
              <a:spcAft>
                <a:spcPts val="0"/>
              </a:spcAft>
              <a:buClr>
                <a:schemeClr val="dk1"/>
              </a:buClr>
              <a:buSzPts val="1100"/>
              <a:buFont typeface="Arial"/>
              <a:buNone/>
            </a:pPr>
            <a:r>
              <a:rPr lang="en-US" sz="1800">
                <a:latin typeface="Calibri"/>
                <a:ea typeface="Calibri"/>
                <a:cs typeface="Calibri"/>
                <a:sym typeface="Calibri"/>
              </a:rPr>
              <a:t>Is this sample consistent with theory? Use a 0.05 level of significance.</a:t>
            </a:r>
            <a:endParaRPr sz="1800">
              <a:latin typeface="Calibri"/>
              <a:ea typeface="Calibri"/>
              <a:cs typeface="Calibri"/>
              <a:sym typeface="Calibri"/>
            </a:endParaRPr>
          </a:p>
          <a:p>
            <a:pPr marL="0" lvl="0" indent="0" algn="l" rtl="0">
              <a:spcBef>
                <a:spcPts val="0"/>
              </a:spcBef>
              <a:spcAft>
                <a:spcPts val="0"/>
              </a:spcAft>
              <a:buClr>
                <a:schemeClr val="dk1"/>
              </a:buClr>
              <a:buSzPts val="1100"/>
              <a:buFont typeface="Arial"/>
              <a:buNone/>
            </a:pPr>
            <a:endParaRPr sz="1800">
              <a:latin typeface="Calibri"/>
              <a:ea typeface="Calibri"/>
              <a:cs typeface="Calibri"/>
              <a:sym typeface="Calibri"/>
            </a:endParaRPr>
          </a:p>
          <a:p>
            <a:pPr marL="0" lvl="0" indent="0" algn="l" rtl="0">
              <a:spcBef>
                <a:spcPts val="0"/>
              </a:spcBef>
              <a:spcAft>
                <a:spcPts val="0"/>
              </a:spcAft>
              <a:buClr>
                <a:schemeClr val="dk1"/>
              </a:buClr>
              <a:buSzPts val="1100"/>
              <a:buFont typeface="Arial"/>
              <a:buNone/>
            </a:pPr>
            <a:r>
              <a:rPr lang="en-US" sz="1800" b="1" u="sng">
                <a:latin typeface="Calibri"/>
                <a:ea typeface="Calibri"/>
                <a:cs typeface="Calibri"/>
                <a:sym typeface="Calibri"/>
              </a:rPr>
              <a:t>Solution:</a:t>
            </a:r>
            <a:endParaRPr sz="1800" b="1" u="sng">
              <a:latin typeface="Calibri"/>
              <a:ea typeface="Calibri"/>
              <a:cs typeface="Calibri"/>
              <a:sym typeface="Calibri"/>
            </a:endParaRPr>
          </a:p>
          <a:p>
            <a:pPr marL="0" lvl="0" indent="0" algn="l" rtl="0">
              <a:spcBef>
                <a:spcPts val="0"/>
              </a:spcBef>
              <a:spcAft>
                <a:spcPts val="0"/>
              </a:spcAft>
              <a:buNone/>
            </a:pPr>
            <a:r>
              <a:rPr lang="en-US" sz="1800">
                <a:latin typeface="Calibri"/>
                <a:ea typeface="Calibri"/>
                <a:cs typeface="Calibri"/>
                <a:sym typeface="Calibri"/>
              </a:rPr>
              <a:t>Null hypothesis: The proportions are </a:t>
            </a:r>
            <a:r>
              <a:rPr lang="en-US" sz="1800">
                <a:solidFill>
                  <a:schemeClr val="dk1"/>
                </a:solidFill>
                <a:latin typeface="Calibri"/>
                <a:ea typeface="Calibri"/>
                <a:cs typeface="Calibri"/>
                <a:sym typeface="Calibri"/>
              </a:rPr>
              <a:t>(30%, 60%, 10%)</a:t>
            </a:r>
            <a:endParaRPr sz="1800">
              <a:solidFill>
                <a:schemeClr val="dk1"/>
              </a:solidFill>
              <a:latin typeface="Calibri"/>
              <a:ea typeface="Calibri"/>
              <a:cs typeface="Calibri"/>
              <a:sym typeface="Calibri"/>
            </a:endParaRPr>
          </a:p>
          <a:p>
            <a:pPr marL="0" lvl="0" indent="0" algn="l" rtl="0">
              <a:spcBef>
                <a:spcPts val="0"/>
              </a:spcBef>
              <a:spcAft>
                <a:spcPts val="0"/>
              </a:spcAft>
              <a:buClr>
                <a:schemeClr val="dk1"/>
              </a:buClr>
              <a:buSzPts val="1100"/>
              <a:buFont typeface="Arial"/>
              <a:buNone/>
            </a:pPr>
            <a:r>
              <a:rPr lang="en-US" sz="1800">
                <a:latin typeface="Calibri"/>
                <a:ea typeface="Calibri"/>
                <a:cs typeface="Calibri"/>
                <a:sym typeface="Calibri"/>
              </a:rPr>
              <a:t>Alternative hypothesis: At least one of the proportions in the null hypothesis is false.</a:t>
            </a:r>
            <a:endParaRPr sz="1800">
              <a:latin typeface="Calibri"/>
              <a:ea typeface="Calibri"/>
              <a:cs typeface="Calibri"/>
              <a:sym typeface="Calibri"/>
            </a:endParaRPr>
          </a:p>
          <a:p>
            <a:pPr marL="0" lvl="0" indent="0" algn="l" rtl="0">
              <a:spcBef>
                <a:spcPts val="0"/>
              </a:spcBef>
              <a:spcAft>
                <a:spcPts val="0"/>
              </a:spcAft>
              <a:buNone/>
            </a:pPr>
            <a:r>
              <a:rPr lang="en-US" sz="1800">
                <a:latin typeface="Calibri"/>
                <a:ea typeface="Calibri"/>
                <a:cs typeface="Calibri"/>
                <a:sym typeface="Calibri"/>
              </a:rPr>
              <a:t>Degrees of Freedom DF = k-1 = 3-1 = 2</a:t>
            </a:r>
            <a:endParaRPr sz="1800">
              <a:latin typeface="Calibri"/>
              <a:ea typeface="Calibri"/>
              <a:cs typeface="Calibri"/>
              <a:sym typeface="Calibri"/>
            </a:endParaRPr>
          </a:p>
          <a:p>
            <a:pPr marL="0" lvl="0" indent="0" algn="l" rtl="0">
              <a:spcBef>
                <a:spcPts val="0"/>
              </a:spcBef>
              <a:spcAft>
                <a:spcPts val="0"/>
              </a:spcAft>
              <a:buNone/>
            </a:pPr>
            <a:r>
              <a:rPr lang="en-US" sz="1800">
                <a:latin typeface="Calibri"/>
                <a:ea typeface="Calibri"/>
                <a:cs typeface="Calibri"/>
                <a:sym typeface="Calibri"/>
              </a:rPr>
              <a:t>Expected values:</a:t>
            </a:r>
            <a:endParaRPr sz="1800">
              <a:latin typeface="Calibri"/>
              <a:ea typeface="Calibri"/>
              <a:cs typeface="Calibri"/>
              <a:sym typeface="Calibri"/>
            </a:endParaRPr>
          </a:p>
          <a:p>
            <a:pPr marL="0" lvl="0" indent="0" algn="l" rtl="0">
              <a:spcBef>
                <a:spcPts val="0"/>
              </a:spcBef>
              <a:spcAft>
                <a:spcPts val="0"/>
              </a:spcAft>
              <a:buNone/>
            </a:pPr>
            <a:r>
              <a:rPr lang="en-US" sz="1800">
                <a:latin typeface="Calibri"/>
                <a:ea typeface="Calibri"/>
                <a:cs typeface="Calibri"/>
                <a:sym typeface="Calibri"/>
              </a:rPr>
              <a:t>E</a:t>
            </a:r>
            <a:r>
              <a:rPr lang="en-US" sz="1800" baseline="-25000">
                <a:latin typeface="Calibri"/>
                <a:ea typeface="Calibri"/>
                <a:cs typeface="Calibri"/>
                <a:sym typeface="Calibri"/>
              </a:rPr>
              <a:t>1</a:t>
            </a:r>
            <a:r>
              <a:rPr lang="en-US" sz="1800">
                <a:latin typeface="Calibri"/>
                <a:ea typeface="Calibri"/>
                <a:cs typeface="Calibri"/>
                <a:sym typeface="Calibri"/>
              </a:rPr>
              <a:t> = 100*0.3 = 30, E</a:t>
            </a:r>
            <a:r>
              <a:rPr lang="en-US" sz="1800" baseline="-25000">
                <a:latin typeface="Calibri"/>
                <a:ea typeface="Calibri"/>
                <a:cs typeface="Calibri"/>
                <a:sym typeface="Calibri"/>
              </a:rPr>
              <a:t>2</a:t>
            </a:r>
            <a:r>
              <a:rPr lang="en-US" sz="1800">
                <a:latin typeface="Calibri"/>
                <a:ea typeface="Calibri"/>
                <a:cs typeface="Calibri"/>
                <a:sym typeface="Calibri"/>
              </a:rPr>
              <a:t> = 100*0.6 = 60, E</a:t>
            </a:r>
            <a:r>
              <a:rPr lang="en-US" sz="1800" baseline="-25000">
                <a:latin typeface="Calibri"/>
                <a:ea typeface="Calibri"/>
                <a:cs typeface="Calibri"/>
                <a:sym typeface="Calibri"/>
              </a:rPr>
              <a:t>3</a:t>
            </a:r>
            <a:r>
              <a:rPr lang="en-US" sz="1800">
                <a:latin typeface="Calibri"/>
                <a:ea typeface="Calibri"/>
                <a:cs typeface="Calibri"/>
                <a:sym typeface="Calibri"/>
              </a:rPr>
              <a:t> = </a:t>
            </a:r>
            <a:r>
              <a:rPr lang="en-US" sz="1800">
                <a:solidFill>
                  <a:schemeClr val="dk1"/>
                </a:solidFill>
                <a:latin typeface="Calibri"/>
                <a:ea typeface="Calibri"/>
                <a:cs typeface="Calibri"/>
                <a:sym typeface="Calibri"/>
              </a:rPr>
              <a:t>100 * 0.10 = 10</a:t>
            </a:r>
            <a:endParaRPr sz="1800">
              <a:latin typeface="Calibri"/>
              <a:ea typeface="Calibri"/>
              <a:cs typeface="Calibri"/>
              <a:sym typeface="Calibri"/>
            </a:endParaRPr>
          </a:p>
          <a:p>
            <a:pPr marL="0" lvl="0" indent="0" algn="l" rtl="0">
              <a:spcBef>
                <a:spcPts val="0"/>
              </a:spcBef>
              <a:spcAft>
                <a:spcPts val="0"/>
              </a:spcAft>
              <a:buClr>
                <a:schemeClr val="dk1"/>
              </a:buClr>
              <a:buSzPts val="1100"/>
              <a:buFont typeface="Arial"/>
              <a:buNone/>
            </a:pPr>
            <a:r>
              <a:rPr lang="en-US" sz="1800">
                <a:latin typeface="Calibri"/>
                <a:ea typeface="Calibri"/>
                <a:cs typeface="Calibri"/>
                <a:sym typeface="Calibri"/>
              </a:rPr>
              <a:t>Χ</a:t>
            </a:r>
            <a:r>
              <a:rPr lang="en-US" sz="1800" baseline="30000">
                <a:latin typeface="Calibri"/>
                <a:ea typeface="Calibri"/>
                <a:cs typeface="Calibri"/>
                <a:sym typeface="Calibri"/>
              </a:rPr>
              <a:t>2</a:t>
            </a:r>
            <a:r>
              <a:rPr lang="en-US" sz="1800">
                <a:latin typeface="Calibri"/>
                <a:ea typeface="Calibri"/>
                <a:cs typeface="Calibri"/>
                <a:sym typeface="Calibri"/>
              </a:rPr>
              <a:t> = Σ [ (O</a:t>
            </a:r>
            <a:r>
              <a:rPr lang="en-US" sz="1800" baseline="-25000">
                <a:latin typeface="Calibri"/>
                <a:ea typeface="Calibri"/>
                <a:cs typeface="Calibri"/>
                <a:sym typeface="Calibri"/>
              </a:rPr>
              <a:t>i</a:t>
            </a:r>
            <a:r>
              <a:rPr lang="en-US" sz="1800">
                <a:latin typeface="Calibri"/>
                <a:ea typeface="Calibri"/>
                <a:cs typeface="Calibri"/>
                <a:sym typeface="Calibri"/>
              </a:rPr>
              <a:t> - E</a:t>
            </a:r>
            <a:r>
              <a:rPr lang="en-US" sz="1800" baseline="-25000">
                <a:latin typeface="Calibri"/>
                <a:ea typeface="Calibri"/>
                <a:cs typeface="Calibri"/>
                <a:sym typeface="Calibri"/>
              </a:rPr>
              <a:t>i</a:t>
            </a:r>
            <a:r>
              <a:rPr lang="en-US" sz="1800">
                <a:latin typeface="Calibri"/>
                <a:ea typeface="Calibri"/>
                <a:cs typeface="Calibri"/>
                <a:sym typeface="Calibri"/>
              </a:rPr>
              <a:t>)</a:t>
            </a:r>
            <a:r>
              <a:rPr lang="en-US" sz="1800" baseline="30000">
                <a:latin typeface="Calibri"/>
                <a:ea typeface="Calibri"/>
                <a:cs typeface="Calibri"/>
                <a:sym typeface="Calibri"/>
              </a:rPr>
              <a:t>2</a:t>
            </a:r>
            <a:r>
              <a:rPr lang="en-US" sz="1800">
                <a:latin typeface="Calibri"/>
                <a:ea typeface="Calibri"/>
                <a:cs typeface="Calibri"/>
                <a:sym typeface="Calibri"/>
              </a:rPr>
              <a:t> / E</a:t>
            </a:r>
            <a:r>
              <a:rPr lang="en-US" sz="1800" baseline="-25000">
                <a:latin typeface="Calibri"/>
                <a:ea typeface="Calibri"/>
                <a:cs typeface="Calibri"/>
                <a:sym typeface="Calibri"/>
              </a:rPr>
              <a:t>i</a:t>
            </a:r>
            <a:r>
              <a:rPr lang="en-US" sz="1800">
                <a:latin typeface="Calibri"/>
                <a:ea typeface="Calibri"/>
                <a:cs typeface="Calibri"/>
                <a:sym typeface="Calibri"/>
              </a:rPr>
              <a:t> ] =  [ (50 - 30)</a:t>
            </a:r>
            <a:r>
              <a:rPr lang="en-US" sz="1800" baseline="30000">
                <a:latin typeface="Calibri"/>
                <a:ea typeface="Calibri"/>
                <a:cs typeface="Calibri"/>
                <a:sym typeface="Calibri"/>
              </a:rPr>
              <a:t>2</a:t>
            </a:r>
            <a:r>
              <a:rPr lang="en-US" sz="1800">
                <a:latin typeface="Calibri"/>
                <a:ea typeface="Calibri"/>
                <a:cs typeface="Calibri"/>
                <a:sym typeface="Calibri"/>
              </a:rPr>
              <a:t> / 30 ] + [ (45 - 60)</a:t>
            </a:r>
            <a:r>
              <a:rPr lang="en-US" sz="1800" baseline="30000">
                <a:latin typeface="Calibri"/>
                <a:ea typeface="Calibri"/>
                <a:cs typeface="Calibri"/>
                <a:sym typeface="Calibri"/>
              </a:rPr>
              <a:t>2</a:t>
            </a:r>
            <a:r>
              <a:rPr lang="en-US" sz="1800">
                <a:latin typeface="Calibri"/>
                <a:ea typeface="Calibri"/>
                <a:cs typeface="Calibri"/>
                <a:sym typeface="Calibri"/>
              </a:rPr>
              <a:t> / 60 ] + [ (5 - 10)</a:t>
            </a:r>
            <a:r>
              <a:rPr lang="en-US" sz="1800" baseline="30000">
                <a:latin typeface="Calibri"/>
                <a:ea typeface="Calibri"/>
                <a:cs typeface="Calibri"/>
                <a:sym typeface="Calibri"/>
              </a:rPr>
              <a:t>2</a:t>
            </a:r>
            <a:r>
              <a:rPr lang="en-US" sz="1800">
                <a:latin typeface="Calibri"/>
                <a:ea typeface="Calibri"/>
                <a:cs typeface="Calibri"/>
                <a:sym typeface="Calibri"/>
              </a:rPr>
              <a:t> / 10 ] = 19.58</a:t>
            </a:r>
            <a:endParaRPr sz="1800">
              <a:latin typeface="Calibri"/>
              <a:ea typeface="Calibri"/>
              <a:cs typeface="Calibri"/>
              <a:sym typeface="Calibri"/>
            </a:endParaRPr>
          </a:p>
          <a:p>
            <a:pPr marL="0" lvl="0" indent="0" algn="l" rtl="0">
              <a:spcBef>
                <a:spcPts val="0"/>
              </a:spcBef>
              <a:spcAft>
                <a:spcPts val="0"/>
              </a:spcAft>
              <a:buClr>
                <a:schemeClr val="dk1"/>
              </a:buClr>
              <a:buSzPts val="1100"/>
              <a:buFont typeface="Arial"/>
              <a:buNone/>
            </a:pPr>
            <a:endParaRPr sz="1800">
              <a:latin typeface="Calibri"/>
              <a:ea typeface="Calibri"/>
              <a:cs typeface="Calibri"/>
              <a:sym typeface="Calibri"/>
            </a:endParaRPr>
          </a:p>
          <a:p>
            <a:pPr marL="0" lvl="0" indent="0" algn="l" rtl="0">
              <a:spcBef>
                <a:spcPts val="0"/>
              </a:spcBef>
              <a:spcAft>
                <a:spcPts val="0"/>
              </a:spcAft>
              <a:buClr>
                <a:schemeClr val="dk1"/>
              </a:buClr>
              <a:buSzPts val="1100"/>
              <a:buFont typeface="Arial"/>
              <a:buNone/>
            </a:pPr>
            <a:r>
              <a:rPr lang="en-US" sz="1800">
                <a:latin typeface="Calibri"/>
                <a:ea typeface="Calibri"/>
                <a:cs typeface="Calibri"/>
                <a:sym typeface="Calibri"/>
              </a:rPr>
              <a:t>The P-value is the probability that a chi-square statistic having 2 degrees of freedom is more extreme than 19.58.</a:t>
            </a:r>
            <a:endParaRPr sz="1800">
              <a:latin typeface="Calibri"/>
              <a:ea typeface="Calibri"/>
              <a:cs typeface="Calibri"/>
              <a:sym typeface="Calibri"/>
            </a:endParaRPr>
          </a:p>
          <a:p>
            <a:pPr marL="0" lvl="0" indent="0" algn="l" rtl="0">
              <a:spcBef>
                <a:spcPts val="0"/>
              </a:spcBef>
              <a:spcAft>
                <a:spcPts val="0"/>
              </a:spcAft>
              <a:buNone/>
            </a:pPr>
            <a:r>
              <a:rPr lang="en-US" sz="1800">
                <a:latin typeface="Calibri"/>
                <a:ea typeface="Calibri"/>
                <a:cs typeface="Calibri"/>
                <a:sym typeface="Calibri"/>
              </a:rPr>
              <a:t>Using Chi-Square Distribution we find P(Χ2 &gt; 19.58) = 0.0001.</a:t>
            </a:r>
            <a:endParaRPr sz="1800">
              <a:latin typeface="Calibri"/>
              <a:ea typeface="Calibri"/>
              <a:cs typeface="Calibri"/>
              <a:sym typeface="Calibri"/>
            </a:endParaRPr>
          </a:p>
          <a:p>
            <a:pPr marL="0" lvl="0" indent="0" algn="l" rtl="0">
              <a:spcBef>
                <a:spcPts val="0"/>
              </a:spcBef>
              <a:spcAft>
                <a:spcPts val="0"/>
              </a:spcAft>
              <a:buClr>
                <a:schemeClr val="dk1"/>
              </a:buClr>
              <a:buSzPts val="1100"/>
              <a:buFont typeface="Arial"/>
              <a:buNone/>
            </a:pPr>
            <a:endParaRPr sz="1800">
              <a:latin typeface="Calibri"/>
              <a:ea typeface="Calibri"/>
              <a:cs typeface="Calibri"/>
              <a:sym typeface="Calibri"/>
            </a:endParaRPr>
          </a:p>
          <a:p>
            <a:pPr marL="0" lvl="0" indent="0" algn="l" rtl="0">
              <a:spcBef>
                <a:spcPts val="0"/>
              </a:spcBef>
              <a:spcAft>
                <a:spcPts val="0"/>
              </a:spcAft>
              <a:buNone/>
            </a:pPr>
            <a:r>
              <a:rPr lang="en-US" sz="1800">
                <a:latin typeface="Calibri"/>
                <a:ea typeface="Calibri"/>
                <a:cs typeface="Calibri"/>
                <a:sym typeface="Calibri"/>
              </a:rPr>
              <a:t>Since the P-value (0.0001) is less than the significance level (0.05), we cannot accept the null hypothesis.</a:t>
            </a:r>
            <a:endParaRPr sz="1800">
              <a:latin typeface="Calibri"/>
              <a:ea typeface="Calibri"/>
              <a:cs typeface="Calibri"/>
              <a:sym typeface="Calibri"/>
            </a:endParaRPr>
          </a:p>
          <a:p>
            <a:pPr marL="0" lvl="0" indent="0" algn="l" rtl="0">
              <a:spcBef>
                <a:spcPts val="0"/>
              </a:spcBef>
              <a:spcAft>
                <a:spcPts val="0"/>
              </a:spcAft>
              <a:buClr>
                <a:schemeClr val="dk1"/>
              </a:buClr>
              <a:buSzPts val="1100"/>
              <a:buFont typeface="Arial"/>
              <a:buNone/>
            </a:pPr>
            <a:endParaRPr sz="1800">
              <a:latin typeface="Calibri"/>
              <a:ea typeface="Calibri"/>
              <a:cs typeface="Calibri"/>
              <a:sym typeface="Calibri"/>
            </a:endParaRPr>
          </a:p>
          <a:p>
            <a:pPr marL="0" lvl="0" indent="0" algn="l" rtl="0">
              <a:spcBef>
                <a:spcPts val="0"/>
              </a:spcBef>
              <a:spcAft>
                <a:spcPts val="0"/>
              </a:spcAft>
              <a:buNone/>
            </a:pPr>
            <a:r>
              <a:rPr lang="en-US" sz="1800">
                <a:latin typeface="Calibri"/>
                <a:ea typeface="Calibri"/>
                <a:cs typeface="Calibri"/>
                <a:sym typeface="Calibri"/>
              </a:rPr>
              <a:t>Note: If you use this approach on an exam, you may also want to mention why this approach is appropriate. </a:t>
            </a:r>
            <a:endParaRPr sz="1800">
              <a:latin typeface="Calibri"/>
              <a:ea typeface="Calibri"/>
              <a:cs typeface="Calibri"/>
              <a:sym typeface="Calibri"/>
            </a:endParaRPr>
          </a:p>
          <a:p>
            <a:pPr marL="0" lvl="0" indent="0" algn="l" rtl="0">
              <a:spcBef>
                <a:spcPts val="0"/>
              </a:spcBef>
              <a:spcAft>
                <a:spcPts val="0"/>
              </a:spcAft>
              <a:buClr>
                <a:schemeClr val="dk1"/>
              </a:buClr>
              <a:buSzPts val="1100"/>
              <a:buFont typeface="Arial"/>
              <a:buNone/>
            </a:pPr>
            <a:r>
              <a:rPr lang="en-US" sz="1800">
                <a:latin typeface="Calibri"/>
                <a:ea typeface="Calibri"/>
                <a:cs typeface="Calibri"/>
                <a:sym typeface="Calibri"/>
              </a:rPr>
              <a:t>Specifically, the approach is appropriate because the sampling method was simple random sampling, the variable under study was categorical, and each level of the categorical variable had an expected frequency count of at least 5.</a:t>
            </a:r>
            <a:endParaRPr sz="1800">
              <a:latin typeface="Calibri"/>
              <a:ea typeface="Calibri"/>
              <a:cs typeface="Calibri"/>
              <a:sym typeface="Calibri"/>
            </a:endParaRPr>
          </a:p>
          <a:p>
            <a:pPr marL="0" lvl="0" indent="0" algn="l" rtl="0">
              <a:spcBef>
                <a:spcPts val="0"/>
              </a:spcBef>
              <a:spcAft>
                <a:spcPts val="0"/>
              </a:spcAft>
              <a:buNone/>
            </a:pPr>
            <a:endParaRPr sz="1800">
              <a:latin typeface="Calibri"/>
              <a:ea typeface="Calibri"/>
              <a:cs typeface="Calibri"/>
              <a:sym typeface="Calibri"/>
            </a:endParaRPr>
          </a:p>
        </p:txBody>
      </p:sp>
    </p:spTree>
  </p:cSld>
  <p:clrMapOvr>
    <a:masterClrMapping/>
  </p:clrMapOvr>
</p:sld>
</file>

<file path=ppt/theme/theme1.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30</TotalTime>
  <Words>5396</Words>
  <Application>Microsoft Macintosh PowerPoint</Application>
  <PresentationFormat>Widescreen</PresentationFormat>
  <Paragraphs>628</Paragraphs>
  <Slides>18</Slides>
  <Notes>6</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18</vt:i4>
      </vt:variant>
    </vt:vector>
  </HeadingPairs>
  <TitlesOfParts>
    <vt:vector size="24" baseType="lpstr">
      <vt:lpstr>Arial</vt:lpstr>
      <vt:lpstr>Calibri</vt:lpstr>
      <vt:lpstr>Courier New</vt:lpstr>
      <vt:lpstr>Monaco</vt:lpstr>
      <vt:lpstr>Times New Roman</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cp:lastModifiedBy>Selector, Lev</cp:lastModifiedBy>
  <cp:revision>12</cp:revision>
  <dcterms:modified xsi:type="dcterms:W3CDTF">2020-01-29T15:40:01Z</dcterms:modified>
</cp:coreProperties>
</file>