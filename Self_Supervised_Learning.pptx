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310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1618C5A-BF4F-44D7-ADB2-C5301EF81F8A}">
  <a:tblStyle styleId="{B1618C5A-BF4F-44D7-ADB2-C5301EF81F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68"/>
    <p:restoredTop sz="92200"/>
  </p:normalViewPr>
  <p:slideViewPr>
    <p:cSldViewPr snapToGrid="0" snapToObjects="1">
      <p:cViewPr varScale="1">
        <p:scale>
          <a:sx n="96" d="100"/>
          <a:sy n="96" d="100"/>
        </p:scale>
        <p:origin x="2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902.06162.pdf" TargetMode="External"/><Relationship Id="rId7" Type="http://schemas.openxmlformats.org/officeDocument/2006/relationships/image" Target="../media/image1.tiff"/><Relationship Id="rId2" Type="http://schemas.openxmlformats.org/officeDocument/2006/relationships/hyperlink" Target="https://ai.stackexchange.com/questions/10623/what-is-self-supervised-learning-in-machine-learning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xiv.org/pdf/1809.07207.pdf" TargetMode="External"/><Relationship Id="rId5" Type="http://schemas.openxmlformats.org/officeDocument/2006/relationships/hyperlink" Target="https://arxiv.org/pdf/1708.07860.pdf" TargetMode="External"/><Relationship Id="rId4" Type="http://schemas.openxmlformats.org/officeDocument/2006/relationships/hyperlink" Target="https://arxiv.org/pdf/1901.09005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522214-AFB0-564D-BD12-807FFF240F75}"/>
              </a:ext>
            </a:extLst>
          </p:cNvPr>
          <p:cNvSpPr txBox="1"/>
          <p:nvPr/>
        </p:nvSpPr>
        <p:spPr>
          <a:xfrm>
            <a:off x="0" y="0"/>
            <a:ext cx="59104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/>
              <a:t>Self-Supervised Learning  (SSL)</a:t>
            </a:r>
            <a:endParaRPr lang="en-US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AD4B69-569A-F246-A34E-1020E0FF5EF7}"/>
              </a:ext>
            </a:extLst>
          </p:cNvPr>
          <p:cNvSpPr txBox="1"/>
          <p:nvPr/>
        </p:nvSpPr>
        <p:spPr>
          <a:xfrm>
            <a:off x="90249" y="617416"/>
            <a:ext cx="5700951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Good explanation:</a:t>
            </a:r>
          </a:p>
          <a:p>
            <a:r>
              <a:rPr lang="en-US" dirty="0"/>
              <a:t> - </a:t>
            </a:r>
            <a:r>
              <a:rPr lang="en-US" dirty="0">
                <a:hlinkClick r:id="rId2"/>
              </a:rPr>
              <a:t>https://ai.stackexchange.com/questions/10623/what-is-self-supervised-learning-in-machine-learning</a:t>
            </a:r>
            <a:endParaRPr lang="en-US" dirty="0"/>
          </a:p>
          <a:p>
            <a:r>
              <a:rPr lang="en-US" dirty="0"/>
              <a:t>Review:</a:t>
            </a:r>
          </a:p>
          <a:p>
            <a:r>
              <a:rPr lang="en-US" dirty="0"/>
              <a:t> - </a:t>
            </a:r>
            <a:r>
              <a:rPr lang="en-US" dirty="0">
                <a:hlinkClick r:id="rId3"/>
              </a:rPr>
              <a:t>https://arxiv.org/pdf/1902.06162.pdf</a:t>
            </a:r>
            <a:r>
              <a:rPr lang="en-US" dirty="0"/>
              <a:t> </a:t>
            </a:r>
          </a:p>
          <a:p>
            <a:r>
              <a:rPr lang="en-US" dirty="0"/>
              <a:t> - </a:t>
            </a:r>
            <a:r>
              <a:rPr lang="en-US" dirty="0">
                <a:hlinkClick r:id="rId4"/>
              </a:rPr>
              <a:t>https://arxiv.org/pdf/1901.09005.pdf</a:t>
            </a:r>
            <a:r>
              <a:rPr lang="en-US" dirty="0"/>
              <a:t> </a:t>
            </a:r>
          </a:p>
          <a:p>
            <a:r>
              <a:rPr lang="en-US" dirty="0"/>
              <a:t>Self-Supervised Visual Learning (2017, DeepMind, Oxford):</a:t>
            </a:r>
          </a:p>
          <a:p>
            <a:r>
              <a:rPr lang="en-US" dirty="0"/>
              <a:t> - </a:t>
            </a:r>
            <a:r>
              <a:rPr lang="en-US" dirty="0">
                <a:hlinkClick r:id="rId5"/>
              </a:rPr>
              <a:t>https://arxiv.org/pdf/1708.07860.pdf</a:t>
            </a:r>
            <a:endParaRPr lang="en-US" dirty="0"/>
          </a:p>
          <a:p>
            <a:r>
              <a:rPr lang="en-US" dirty="0"/>
              <a:t>Self-Supervised Learning in Robotics (2019)</a:t>
            </a:r>
          </a:p>
          <a:p>
            <a:r>
              <a:rPr lang="en-US" dirty="0"/>
              <a:t> - </a:t>
            </a:r>
            <a:r>
              <a:rPr lang="en-US" dirty="0">
                <a:hlinkClick r:id="rId6"/>
              </a:rPr>
              <a:t>https://arxiv.org/pdf/1809.07207.pdf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term "Self-Supervised Learning" was coined by Yann </a:t>
            </a:r>
            <a:r>
              <a:rPr lang="en-US" dirty="0" err="1"/>
              <a:t>LeCun</a:t>
            </a:r>
            <a:r>
              <a:rPr lang="en-US" dirty="0"/>
              <a:t>  ?</a:t>
            </a:r>
          </a:p>
          <a:p>
            <a:endParaRPr lang="en-US" dirty="0"/>
          </a:p>
          <a:p>
            <a:r>
              <a:rPr lang="en-US" dirty="0"/>
              <a:t>Main Idea  - find structure in mostly unlabeled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step 1: learn "representations" while solving pretext/auxiliary task </a:t>
            </a:r>
            <a:br>
              <a:rPr lang="en-US" dirty="0"/>
            </a:br>
            <a:r>
              <a:rPr lang="en-US" dirty="0"/>
              <a:t>(adding shifts, rotations, noise,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step 2: use these representations (pre-trained network) </a:t>
            </a:r>
            <a:br>
              <a:rPr lang="en-US" dirty="0"/>
            </a:br>
            <a:r>
              <a:rPr lang="en-US" dirty="0"/>
              <a:t>to solve downstream tasks</a:t>
            </a:r>
          </a:p>
          <a:p>
            <a:endParaRPr lang="en-US" dirty="0"/>
          </a:p>
          <a:p>
            <a:r>
              <a:rPr lang="en-US" dirty="0"/>
              <a:t>SSL was successfully used in different areas: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representation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neural networks (example – de-noising Auto-Encoder)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robotics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NLP (Natural Language Processing)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RL (Reinforcement Learning)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A5B56D-1490-854D-ACE5-095A980FFC57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7773" y="261610"/>
            <a:ext cx="4002561" cy="5636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808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2898</TotalTime>
  <Words>185</Words>
  <Application>Microsoft Macintosh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283</cp:revision>
  <cp:lastPrinted>2020-09-21T17:22:59Z</cp:lastPrinted>
  <dcterms:modified xsi:type="dcterms:W3CDTF">2020-10-22T14:06:33Z</dcterms:modified>
</cp:coreProperties>
</file>