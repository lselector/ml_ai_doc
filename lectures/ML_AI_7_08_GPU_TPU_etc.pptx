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85ed205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85ed205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485ed205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InfiniBand" TargetMode="External"/><Relationship Id="rId4" Type="http://schemas.openxmlformats.org/officeDocument/2006/relationships/hyperlink" Target="https://www.open-mpi.or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sqream.com/" TargetMode="External"/><Relationship Id="rId4" Type="http://schemas.openxmlformats.org/officeDocument/2006/relationships/hyperlink" Target="http://www.mapd.com/" TargetMode="External"/><Relationship Id="rId11" Type="http://schemas.openxmlformats.org/officeDocument/2006/relationships/hyperlink" Target="https://aws.amazon.com/marketplace/pp/B074JZNSWZ" TargetMode="External"/><Relationship Id="rId10" Type="http://schemas.openxmlformats.org/officeDocument/2006/relationships/hyperlink" Target="https://aws.amazon.com/marketplace/pp/B071H71L2Y" TargetMode="External"/><Relationship Id="rId12" Type="http://schemas.openxmlformats.org/officeDocument/2006/relationships/hyperlink" Target="https://aws.amazon.com/marketplace/pp/B00PMNLW2K" TargetMode="External"/><Relationship Id="rId9" Type="http://schemas.openxmlformats.org/officeDocument/2006/relationships/hyperlink" Target="https://www.omnisci.com/demos/" TargetMode="External"/><Relationship Id="rId5" Type="http://schemas.openxmlformats.org/officeDocument/2006/relationships/hyperlink" Target="http://www.kinetica.com/" TargetMode="External"/><Relationship Id="rId6" Type="http://schemas.openxmlformats.org/officeDocument/2006/relationships/hyperlink" Target="http://www.brytlyt.com/" TargetMode="External"/><Relationship Id="rId7" Type="http://schemas.openxmlformats.org/officeDocument/2006/relationships/hyperlink" Target="http://strom.kaigai.gr.jp/" TargetMode="External"/><Relationship Id="rId8" Type="http://schemas.openxmlformats.org/officeDocument/2006/relationships/hyperlink" Target="https://www.blazegrap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304799" y="129987"/>
            <a:ext cx="1172677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Specialized hardware.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networks become big. Common practice today is to split network parallelly / sequentially to train separately (in parallel on multiple computers).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Inference can also be parallelized.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= High-Performance Computing,  InfiniBand = fast communication.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426736" y="3816593"/>
            <a:ext cx="2117558" cy="46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Nervana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673255"/>
            <a:ext cx="2558695" cy="83566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20568" y="3508923"/>
            <a:ext cx="29677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 (NVIDIA, CUDA)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939800" y="4186497"/>
            <a:ext cx="33369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TPU v3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(Tensor Processing Unit)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https://cloud.google.com/tpu/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6567" y="2303338"/>
            <a:ext cx="2267727" cy="140200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220568" y="5284266"/>
            <a:ext cx="849029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many other vendors: QUALCOMM, AMD, APPLE, Xilinx, IBM, HiSilicon, Amazon (FPGAs), Microsoft (FPGAs), and many more.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49693" y="2332932"/>
            <a:ext cx="2244710" cy="151631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9376845" y="4048652"/>
            <a:ext cx="2117558" cy="46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Tesla &amp; AMD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249693" y="5376598"/>
            <a:ext cx="29423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FPGA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Field-Programmable Gate Array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220567" y="6141966"/>
            <a:ext cx="84902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in-memory and GPU-based databases like Kinetica.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4875" y="2381250"/>
            <a:ext cx="2666450" cy="1657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387800" y="485775"/>
            <a:ext cx="101034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ML on Cloud (Google, Amazon, Mocrosoft, Intel, IBM, etc.)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to achieve ~100 Petaflops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approx x1000 performance increase in last 3 years.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~ x10/year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MUCH faster than Moore's Laws (x2 every 12..18 months)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Prices dropping down precipitously: $6.50/hour per a Google TPU (180 TFlops).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0"/>
            <a:ext cx="10876548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GPU, OCP, etc.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and software for fast calculations.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 – Graphical Processing Unit (NVIDIA)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– High Performance Computing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COTS HPC (Commodity Off-The-Shelf High Performance Computing): a cluster of GPU servers with InfiniBand interconnects and MPI.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https://en.wikipedia.org/wiki/InfiniBand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https://www.open-mpi.org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OCP – Open Compute Project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pyTorch – using “tiling” to solve “memory-to-CPU” bottleneck.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0" y="0"/>
            <a:ext cx="11983500" cy="6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GPU-based databases. </a:t>
            </a:r>
            <a:b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MapD ... allows you to query and visualize billions of rows in milliseconds using Amazon's GPU instances ...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http://sqream.com/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SQream DB, 10TB+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http://www.mapd.com/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open source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http://www.kinetica.com/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commercial, transactional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http://www.brytlyt.com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commercial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http://strom.kaigai.gr.jp/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PG-Strom, open source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https://www.blazegraph.com/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for unstructured graph data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MapD on AWS: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https://www.omnisci.com/demos/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https://aws.amazon.com/marketplace/pp/B071H71L2Y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 min price (on p2.xlarge) - $1.72/hr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Brytlyt on AWS: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https://aws.amazon.com/marketplace/pp/B074JZNSWZ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 min price (on p2.xlarge) - $2.17/hr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Kinetica on AWS: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https://aws.amazon.com/marketplace/pp/B00PMNLW2K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 min price (on p2.xlarge) - $5.90/hr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