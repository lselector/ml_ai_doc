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97c60d2d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97c60d2d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497c60d2d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0" y="0"/>
            <a:ext cx="8020200" cy="53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 a.k.a. outliers, novelties, noise, deviations, exceptions.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fraud, a structural defect, medical problems or errors in a text.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nomaly detection techniques: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Unsupervised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Supervised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Semi-supervised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nomalies may be not rare, for example, bursts of intrusion activity.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Unsupervised methods may fail in these cases.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methods: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clustering (SVM, etc.)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represent state as image, use ConvoNet to detect anomaly "visually"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2100" y="0"/>
            <a:ext cx="4079898" cy="259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8700" y="2909400"/>
            <a:ext cx="3953312" cy="18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6125" y="5041725"/>
            <a:ext cx="1951850" cy="164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0" y="0"/>
            <a:ext cx="12001500" cy="5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Outlier Detection methods:</a:t>
            </a:r>
            <a:endParaRPr b="1" sz="3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Density-based techniques (k-nearest neighbor, local outlier factor,  isolation forests, etc.).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Subspace- and correlation-based outlier detection for high-dimensional data.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One-class support vector machines.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Replicator neural networks.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Bayesian Networks.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Hidden Markov models (HMMs).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Cluster analysis-based outlier detection.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Deviations from association rules and frequent itemsets.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Fuzzy logic-based outlier detection.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Ensemble techniques, using feature bagging, score normalization, and different sources of diversity.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Application to data security: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intrusion detection systems using threshold statistics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based on profiles of users, workstations, networks,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remote hosts, groups of users, and programs based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on frequencies, means, variances &amp; covariances.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counterpart of anomaly detection in intrusion detection is misuse detection.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