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34" r:id="rId2"/>
    <p:sldId id="335" r:id="rId3"/>
    <p:sldId id="336" r:id="rId4"/>
    <p:sldId id="337" r:id="rId5"/>
    <p:sldId id="338" r:id="rId6"/>
    <p:sldId id="30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01"/>
    <p:restoredTop sz="96000"/>
  </p:normalViewPr>
  <p:slideViewPr>
    <p:cSldViewPr snapToGrid="0" snapToObjects="1">
      <p:cViewPr varScale="1">
        <p:scale>
          <a:sx n="53" d="100"/>
          <a:sy n="53" d="100"/>
        </p:scale>
        <p:origin x="19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CE362-9556-E64A-BD8C-3AF96B4B8D4F}" type="datetimeFigureOut">
              <a:rPr lang="en-US" smtClean="0"/>
              <a:t>5/29/21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1690D-2392-6842-B9A3-FF055876C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0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550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3970-803E-1243-9F17-02ACD0666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B68A-B74D-9344-8790-F41818845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FB25E-A3DF-A546-83C6-E5B86021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F874B-95FD-4F46-BF01-DF86E449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0764-DEDD-0242-A0D7-15EA37ED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627B-4304-1043-9C1F-936961F9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E25B8-CF1E-C443-AFFC-6085A948A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E6DC-18C9-2E47-A625-B6890C8C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79A9D-2B7E-734A-A8AC-B710B646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F2F03-1708-3243-806A-41DAB3F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8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3900-E1E3-BF45-8CEA-BBC7CFD2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6EAC-070E-0A4C-88A3-0FA0EBDE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D1894-036E-3843-A4FA-431D7811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21DF-D291-2F41-8A01-E8A93D64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4129A-AC61-2447-B4A5-8DE7EB3B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6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9A11-0091-2146-AA9C-3509C0DF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8A5C0-95C1-4A4B-AC34-505E2C33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D9430-903D-8444-B428-0B1CBA1EF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8FCB2-EFE8-3442-9E09-B7D9EBE5A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33519-C051-D94C-B9DB-FFE4B3BD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69AAE-A4C7-344D-BDC7-61E0159B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6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5E58-455C-2A4E-8170-17D9809C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5FE49-6A96-0343-AB46-53E5066B4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2AF26-634F-1841-ADF8-899C3683A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8ABB6-7DD0-C649-8641-845FD08FD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7834F-FCC0-B240-83F4-FB93EF5AF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CDFFE-2178-F047-9EE8-61AE5D1E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8F541-07A4-7146-8A6D-F885BCD3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73B034-6C55-0141-B75F-45C5E3F4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4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85AD-8D07-5B4B-B219-A61B8412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6B4BC-EEB7-894D-A44D-0769DAEC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EFFD05-FFA7-2342-A116-596D8663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2A9CF-3CED-EF4B-B46A-682D8D69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0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398FA-648C-4444-ADAB-D5A24369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4F20A-B63A-884D-8B74-8D203705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5AF34-CBF2-184B-A751-CF3BACB9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3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9E46F-9F66-AA4D-B5C9-0DF0ECEA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CD893-FB0E-BF49-8161-5C2CAB6D7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CE10-89E9-5244-B098-931B6B551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586C4-7D98-5D4A-AFB9-096F43CF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035E7-5E23-3443-85D5-7AFF9155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9D520-DFA6-3A44-8F01-BA7B0F59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7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0FC6-E7F7-0F4C-BEA9-80B7EC7C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7266B-EDEE-2A49-812C-0DB79BB82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340CF-4D91-CB4D-AE76-A7A31BE7E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179A1-40CD-CF4C-A967-5B275A3B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07159-F2F6-0C4D-A6A0-D97264E8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B65A3-637E-9646-A840-611BC81D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2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3C9D-9131-0141-9C8A-9322FB08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73D22-9373-B74B-843C-CE2016BFF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9185C-87E1-E148-B759-2CC3FD7E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760F-03FA-BA4B-9510-DBBD07D1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34AD-3D1E-EA4C-875D-8CACFDD1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4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DADC2-1230-3E46-BF01-FB36EFED6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76EFC-A027-184F-8487-F21506832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DA948-DA40-3540-AEEF-472542B4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5F49A-D1E7-D14F-A311-12311FD9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566BC-8987-4F4C-8641-33BF0669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13CA2-DFBA-1B41-AE80-09DF4261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BD47-3691-174C-B43B-892DC35B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D6C16-434D-B649-840B-4660A1F50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65ECB-207D-C445-895F-DDC6BD9479A1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D1AC-1372-554A-A661-CA651C4B6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C3CD7-AD5B-4647-B0F2-C7436A66A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3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hyperlink" Target="https://twimlai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onference_on_Neural_Information_Processing_Systems" TargetMode="External"/><Relationship Id="rId5" Type="http://schemas.openxmlformats.org/officeDocument/2006/relationships/hyperlink" Target="https://papers.nips.cc/" TargetMode="External"/><Relationship Id="rId4" Type="http://schemas.openxmlformats.org/officeDocument/2006/relationships/hyperlink" Target="https://nips.cc/" TargetMode="External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2EEE99-662E-2946-B88D-F9A13D38FE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1872" y="900954"/>
            <a:ext cx="10047919" cy="59570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AC1084-0E90-244B-BE5D-D1F5E3EA080E}"/>
              </a:ext>
            </a:extLst>
          </p:cNvPr>
          <p:cNvSpPr txBox="1"/>
          <p:nvPr/>
        </p:nvSpPr>
        <p:spPr>
          <a:xfrm>
            <a:off x="188259" y="134471"/>
            <a:ext cx="1008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Xander</a:t>
            </a:r>
            <a:r>
              <a:rPr lang="en-US" sz="3200" b="1" dirty="0"/>
              <a:t> </a:t>
            </a:r>
            <a:r>
              <a:rPr lang="en-US" sz="3200" b="1" dirty="0" err="1"/>
              <a:t>Steenbrugge</a:t>
            </a:r>
            <a:r>
              <a:rPr lang="en-US" sz="3200" b="1" dirty="0"/>
              <a:t> (</a:t>
            </a:r>
            <a:r>
              <a:rPr lang="en-US" sz="3200" b="1" dirty="0" err="1"/>
              <a:t>Arxiv</a:t>
            </a:r>
            <a:r>
              <a:rPr lang="en-US" sz="3200" b="1" dirty="0"/>
              <a:t> Insights on </a:t>
            </a:r>
            <a:r>
              <a:rPr lang="en-US" sz="3200" b="1" dirty="0" err="1"/>
              <a:t>youtube</a:t>
            </a:r>
            <a:r>
              <a:rPr lang="en-US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2623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35F1A-45C0-164D-ADD4-8EF19FA030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1761" y="1005840"/>
            <a:ext cx="6258758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609A0-C4E2-1140-83B5-390BF743FC24}"/>
              </a:ext>
            </a:extLst>
          </p:cNvPr>
          <p:cNvSpPr txBox="1"/>
          <p:nvPr/>
        </p:nvSpPr>
        <p:spPr>
          <a:xfrm>
            <a:off x="188259" y="134471"/>
            <a:ext cx="1008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Siraj </a:t>
            </a:r>
            <a:r>
              <a:rPr lang="en-US" sz="3200" b="1" dirty="0" err="1"/>
              <a:t>Raval</a:t>
            </a:r>
            <a:r>
              <a:rPr lang="en-US" sz="3200" b="1" dirty="0"/>
              <a:t> on </a:t>
            </a:r>
            <a:r>
              <a:rPr lang="en-US" sz="3200" b="1" dirty="0" err="1"/>
              <a:t>youtube</a:t>
            </a:r>
            <a:r>
              <a:rPr lang="en-US" sz="3200" b="1" dirty="0"/>
              <a:t> - ~500K subscribers</a:t>
            </a:r>
          </a:p>
        </p:txBody>
      </p:sp>
    </p:spTree>
    <p:extLst>
      <p:ext uri="{BB962C8B-B14F-4D97-AF65-F5344CB8AC3E}">
        <p14:creationId xmlns:p14="http://schemas.microsoft.com/office/powerpoint/2010/main" val="6378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1803D2-69D3-674A-85CB-1467A7052E3C}"/>
              </a:ext>
            </a:extLst>
          </p:cNvPr>
          <p:cNvSpPr txBox="1"/>
          <p:nvPr/>
        </p:nvSpPr>
        <p:spPr>
          <a:xfrm>
            <a:off x="215153" y="134471"/>
            <a:ext cx="1078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Reinforcement Learning – books on Amazon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0E90B-E1B4-FC43-BD1D-DCC4A7C7608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2136" y="884815"/>
            <a:ext cx="7598846" cy="584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6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2A097-9CD2-3B4D-AF68-4501B2880213}"/>
              </a:ext>
            </a:extLst>
          </p:cNvPr>
          <p:cNvSpPr txBox="1"/>
          <p:nvPr/>
        </p:nvSpPr>
        <p:spPr>
          <a:xfrm>
            <a:off x="98611" y="4760260"/>
            <a:ext cx="102197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This Week in Machine Learning &amp; AI   (</a:t>
            </a:r>
            <a:r>
              <a:rPr lang="en-US" sz="3200" dirty="0" err="1"/>
              <a:t>TWiML&amp;AI</a:t>
            </a:r>
            <a:r>
              <a:rPr lang="en-US" sz="3200" dirty="0"/>
              <a:t>) podcast</a:t>
            </a:r>
            <a:endParaRPr lang="en-US" sz="3200" b="0" dirty="0">
              <a:effectLst/>
            </a:endParaRPr>
          </a:p>
          <a:p>
            <a:r>
              <a:rPr lang="en-US" sz="3200" dirty="0"/>
              <a:t>- </a:t>
            </a:r>
            <a:r>
              <a:rPr lang="en-US" sz="3200" u="sng" dirty="0">
                <a:hlinkClick r:id="rId2"/>
              </a:rPr>
              <a:t>https://twimlai.com</a:t>
            </a:r>
            <a:r>
              <a:rPr lang="en-US" sz="3200" dirty="0"/>
              <a:t> - </a:t>
            </a:r>
            <a:endParaRPr lang="en-US" sz="3200" b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E4535-0F18-6B44-B93E-514495EA6857}"/>
              </a:ext>
            </a:extLst>
          </p:cNvPr>
          <p:cNvSpPr txBox="1"/>
          <p:nvPr/>
        </p:nvSpPr>
        <p:spPr>
          <a:xfrm>
            <a:off x="443752" y="3671046"/>
            <a:ext cx="421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Sam </a:t>
            </a:r>
            <a:r>
              <a:rPr lang="en-US" sz="3200" dirty="0" err="1"/>
              <a:t>Charrington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92F989-D992-C34B-8082-A5F4731B62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11" y="161364"/>
            <a:ext cx="3509682" cy="350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BD4D4A-5307-FB4E-A5BE-D8D0DEB8D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79" y="1439208"/>
            <a:ext cx="11595100" cy="527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15C0CF-8D8E-744D-9C4F-3E3351193E01}"/>
              </a:ext>
            </a:extLst>
          </p:cNvPr>
          <p:cNvSpPr txBox="1"/>
          <p:nvPr/>
        </p:nvSpPr>
        <p:spPr>
          <a:xfrm>
            <a:off x="392579" y="215153"/>
            <a:ext cx="963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DeepLearning.ai</a:t>
            </a:r>
            <a:r>
              <a:rPr lang="en-US" sz="3200" b="1" dirty="0"/>
              <a:t> – Coursera course by Andrew Ng</a:t>
            </a:r>
          </a:p>
        </p:txBody>
      </p:sp>
    </p:spTree>
    <p:extLst>
      <p:ext uri="{BB962C8B-B14F-4D97-AF65-F5344CB8AC3E}">
        <p14:creationId xmlns:p14="http://schemas.microsoft.com/office/powerpoint/2010/main" val="107901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103" y="153924"/>
            <a:ext cx="1871180" cy="203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39378" y="2196282"/>
            <a:ext cx="187118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 Posner,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CalTech,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conference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President, founded NIPS foundation.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965492" y="2099521"/>
            <a:ext cx="20487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Yaser Abu-Mostafa,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CalTech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953805" y="3354677"/>
            <a:ext cx="6113768" cy="323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NIPS Conference – held every December since 1987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NIPS = Neural Information Processing Systems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https://nips.cc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https://papers.nips.cc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https://en.wikipedia.org/wiki/Conference_on_Neural_Information_Processing_Systems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2014 – 2,500 registered participants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2015 – 3,755 (growth 1,255, or 50%)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2016 – 5,680 (growth 1,925, or 51%)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2017 – 8,500 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 – 12K  (2K tickets for main session sold in 12 minutes)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2019 ~ 13K, lottery was used to distribute tickets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324310" y="447714"/>
            <a:ext cx="291392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NIPS = </a:t>
            </a:r>
            <a:r>
              <a:rPr lang="en-US" sz="3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NeurIPS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078937" y="2111135"/>
            <a:ext cx="2048718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 Bower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CalTech,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Virtual Worlds, OR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76773" y="142352"/>
            <a:ext cx="2590800" cy="26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197836" y="4076491"/>
            <a:ext cx="5369246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1987-2000 – in Denver, USA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2001-2010 – in Vancouver, Canada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2011 – Granada, Spain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2012-2013 – Lake Tahoe, US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2014-2015 – Montreal, Canada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2016 - Barcelona, Spain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2017 - Long Beach, California, US</a:t>
            </a:r>
            <a:endParaRPr dirty="0"/>
          </a:p>
          <a:p>
            <a:pPr lvl="0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2018 - Montréal, Quebec, Canada Dec 3-8 (Mon-Sat)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3831" y="142352"/>
            <a:ext cx="1457436" cy="203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92214" y="123670"/>
            <a:ext cx="2050519" cy="2050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79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244</Words>
  <Application>Microsoft Macintosh PowerPoint</Application>
  <PresentationFormat>Widescreen</PresentationFormat>
  <Paragraphs>37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9</cp:revision>
  <dcterms:created xsi:type="dcterms:W3CDTF">2018-11-09T19:47:22Z</dcterms:created>
  <dcterms:modified xsi:type="dcterms:W3CDTF">2021-05-29T22:57:27Z</dcterms:modified>
</cp:coreProperties>
</file>