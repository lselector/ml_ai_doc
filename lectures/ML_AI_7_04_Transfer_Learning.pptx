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6667a5be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6667a5be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46667a5be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0" y="0"/>
            <a:ext cx="387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Transfer Learning</a:t>
            </a:r>
            <a:endParaRPr b="1" sz="3000"/>
          </a:p>
        </p:txBody>
      </p:sp>
      <p:sp>
        <p:nvSpPr>
          <p:cNvPr id="90" name="Google Shape;90;p13"/>
          <p:cNvSpPr txBox="1"/>
          <p:nvPr/>
        </p:nvSpPr>
        <p:spPr>
          <a:xfrm>
            <a:off x="0" y="935700"/>
            <a:ext cx="11891100" cy="13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Solve one problem, use gained knowledge to solve a different but related problem.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Ex. : Train a CNN to recognize cars. Then use first pre-t</a:t>
            </a:r>
            <a:r>
              <a:rPr lang="en-US" sz="1800"/>
              <a:t>rained layers of this CNN to </a:t>
            </a:r>
            <a:r>
              <a:rPr lang="en-US" sz="1800"/>
              <a:t>effectively train new CNN to recognize trucks - using very small dataset of trucks. If objects a similar in nature, we can freeze these first layers, and only train the output fully-connected layers of the CNN. Which makes training much faster and easier.</a:t>
            </a:r>
            <a:endParaRPr sz="3000"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0" y="3243900"/>
            <a:ext cx="5240850" cy="36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85991"/>
            <a:ext cx="6858000" cy="457201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4576775" y="26675"/>
            <a:ext cx="759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00FF"/>
                </a:solidFill>
              </a:rPr>
              <a:t>Transfer Learning is the key to general intelligence</a:t>
            </a:r>
            <a:endParaRPr b="1" i="1" sz="24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00FF"/>
                </a:solidFill>
              </a:rPr>
              <a:t>      - Demis Hassabis</a:t>
            </a:r>
            <a:endParaRPr b="1" i="1" sz="2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